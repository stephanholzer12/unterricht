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975296c9c4d6a" /><Relationship Type="http://schemas.openxmlformats.org/officeDocument/2006/relationships/extended-properties" Target="/docProps/app.xml" Id="R89caed5f5bcd4c3d" /><Relationship Type="http://schemas.openxmlformats.org/officeDocument/2006/relationships/officeDocument" Target="/ppt/presentation.xml" Id="Rb109fd749e32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3c5a9a1cf42e0"/>
  </p:sldMasterIdLst>
  <p:notesMasterIdLst>
    <p:notesMasterId xmlns:r="http://schemas.openxmlformats.org/officeDocument/2006/relationships" r:id="R45ffaf2e9de34797"/>
  </p:notesMasterIdLst>
  <p:sldIdLst>
    <p:sldId xmlns:r="http://schemas.openxmlformats.org/officeDocument/2006/relationships" id="256" r:id="Rd9ec0df207a04b7e"/>
    <p:sldId xmlns:r="http://schemas.openxmlformats.org/officeDocument/2006/relationships" id="257" r:id="Re9da59d380974f1a"/>
    <p:sldId xmlns:r="http://schemas.openxmlformats.org/officeDocument/2006/relationships" id="258" r:id="Rd7663cc3b589493b"/>
    <p:sldId xmlns:r="http://schemas.openxmlformats.org/officeDocument/2006/relationships" id="259" r:id="R9363e586adc54a58"/>
    <p:sldId xmlns:r="http://schemas.openxmlformats.org/officeDocument/2006/relationships" id="260" r:id="R196c6a49c5c04249"/>
    <p:sldId xmlns:r="http://schemas.openxmlformats.org/officeDocument/2006/relationships" id="261" r:id="Rb4bd76d3899e4710"/>
    <p:sldId xmlns:r="http://schemas.openxmlformats.org/officeDocument/2006/relationships" id="262" r:id="R44a5c64b847340ef"/>
    <p:sldId xmlns:r="http://schemas.openxmlformats.org/officeDocument/2006/relationships" id="263" r:id="R9d2f666e4db941ed"/>
    <p:sldId xmlns:r="http://schemas.openxmlformats.org/officeDocument/2006/relationships" id="264" r:id="Rbf1108d1b69e4726"/>
    <p:sldId xmlns:r="http://schemas.openxmlformats.org/officeDocument/2006/relationships" id="265" r:id="Rd8a2a01811f24881"/>
    <p:sldId xmlns:r="http://schemas.openxmlformats.org/officeDocument/2006/relationships" id="266" r:id="R09857c37c26c4114"/>
    <p:sldId xmlns:r="http://schemas.openxmlformats.org/officeDocument/2006/relationships" id="267" r:id="R6ab295c68a294798"/>
    <p:sldId xmlns:r="http://schemas.openxmlformats.org/officeDocument/2006/relationships" id="268" r:id="R6596e14553e6417f"/>
    <p:sldId xmlns:r="http://schemas.openxmlformats.org/officeDocument/2006/relationships" id="269" r:id="Rbf30193726c64e3c"/>
    <p:sldId xmlns:r="http://schemas.openxmlformats.org/officeDocument/2006/relationships" id="270" r:id="R1b80cc581a1d4838"/>
    <p:sldId xmlns:r="http://schemas.openxmlformats.org/officeDocument/2006/relationships" id="271" r:id="R68883a900a3f4cd9"/>
    <p:sldId xmlns:r="http://schemas.openxmlformats.org/officeDocument/2006/relationships" id="272" r:id="Ra2d8b4b192ef44dc"/>
    <p:sldId xmlns:r="http://schemas.openxmlformats.org/officeDocument/2006/relationships" id="273" r:id="Rdad027f097f24cf0"/>
    <p:sldId xmlns:r="http://schemas.openxmlformats.org/officeDocument/2006/relationships" id="274" r:id="Rc641a6fc32134cb8"/>
    <p:sldId xmlns:r="http://schemas.openxmlformats.org/officeDocument/2006/relationships" id="275" r:id="R2c84ae30e46b4b7c"/>
    <p:sldId xmlns:r="http://schemas.openxmlformats.org/officeDocument/2006/relationships" id="276" r:id="Ra39bf3ffa9a5426d"/>
    <p:sldId xmlns:r="http://schemas.openxmlformats.org/officeDocument/2006/relationships" id="277" r:id="R6bd7ca34da474a67"/>
    <p:sldId xmlns:r="http://schemas.openxmlformats.org/officeDocument/2006/relationships" id="278" r:id="Rdb1c1f26f29b4105"/>
    <p:sldId xmlns:r="http://schemas.openxmlformats.org/officeDocument/2006/relationships" id="279" r:id="Ra5b1734f82fd4563"/>
    <p:sldId xmlns:r="http://schemas.openxmlformats.org/officeDocument/2006/relationships" id="280" r:id="R19815f50ee0642ca"/>
    <p:sldId xmlns:r="http://schemas.openxmlformats.org/officeDocument/2006/relationships" id="281" r:id="Rd9979baa789044da"/>
    <p:sldId xmlns:r="http://schemas.openxmlformats.org/officeDocument/2006/relationships" id="282" r:id="R988e8ac756b64268"/>
    <p:sldId xmlns:r="http://schemas.openxmlformats.org/officeDocument/2006/relationships" id="283" r:id="Ra0fe7c0bacde4ab9"/>
    <p:sldId xmlns:r="http://schemas.openxmlformats.org/officeDocument/2006/relationships" id="284" r:id="R3af699cb3c604e4d"/>
    <p:sldId xmlns:r="http://schemas.openxmlformats.org/officeDocument/2006/relationships" id="285" r:id="R432cd61318fe4eab"/>
    <p:sldId xmlns:r="http://schemas.openxmlformats.org/officeDocument/2006/relationships" id="286" r:id="Rc769f357ed5547a9"/>
    <p:sldId xmlns:r="http://schemas.openxmlformats.org/officeDocument/2006/relationships" id="287" r:id="R1c84c9a82ea24af2"/>
    <p:sldId xmlns:r="http://schemas.openxmlformats.org/officeDocument/2006/relationships" id="288" r:id="Rb02ec80b172f41ba"/>
    <p:sldId xmlns:r="http://schemas.openxmlformats.org/officeDocument/2006/relationships" id="289" r:id="Rcbe6d81e87c7490f"/>
  </p:sldIdLst>
  <p:sldSz cx="9144000" cy="5143500"/>
  <p:notesSz cx="6858000" cy="9144000"/>
  <p:custShowLst>
    <p:custShow name="4AK gesamt" id="0">
      <p:sldLst>
        <p:sld xmlns:ns1="http://schemas.openxmlformats.org/officeDocument/2006/relationships" ns1:id="Rd9ec0df207a04b7e"/>
        <p:sld xmlns:ns2="http://schemas.openxmlformats.org/officeDocument/2006/relationships" ns2:id="Re9da59d380974f1a"/>
        <p:sld xmlns:ns3="http://schemas.openxmlformats.org/officeDocument/2006/relationships" ns3:id="Rd7663cc3b589493b"/>
        <p:sld xmlns:ns4="http://schemas.openxmlformats.org/officeDocument/2006/relationships" ns4:id="R9363e586adc54a58"/>
        <p:sld xmlns:ns5="http://schemas.openxmlformats.org/officeDocument/2006/relationships" ns5:id="R196c6a49c5c04249"/>
        <p:sld xmlns:ns6="http://schemas.openxmlformats.org/officeDocument/2006/relationships" ns6:id="Rb4bd76d3899e4710"/>
        <p:sld xmlns:ns7="http://schemas.openxmlformats.org/officeDocument/2006/relationships" ns7:id="R44a5c64b847340ef"/>
        <p:sld xmlns:ns8="http://schemas.openxmlformats.org/officeDocument/2006/relationships" ns8:id="R9d2f666e4db941ed"/>
        <p:sld xmlns:ns9="http://schemas.openxmlformats.org/officeDocument/2006/relationships" ns9:id="Rbf1108d1b69e4726"/>
        <p:sld xmlns:ns10="http://schemas.openxmlformats.org/officeDocument/2006/relationships" ns10:id="Rd8a2a01811f24881"/>
        <p:sld xmlns:ns11="http://schemas.openxmlformats.org/officeDocument/2006/relationships" ns11:id="R09857c37c26c4114"/>
        <p:sld xmlns:ns12="http://schemas.openxmlformats.org/officeDocument/2006/relationships" ns12:id="R6ab295c68a294798"/>
        <p:sld xmlns:ns13="http://schemas.openxmlformats.org/officeDocument/2006/relationships" ns13:id="R6596e14553e6417f"/>
        <p:sld xmlns:ns14="http://schemas.openxmlformats.org/officeDocument/2006/relationships" ns14:id="Rbf30193726c64e3c"/>
        <p:sld xmlns:ns15="http://schemas.openxmlformats.org/officeDocument/2006/relationships" ns15:id="R1b80cc581a1d4838"/>
        <p:sld xmlns:ns16="http://schemas.openxmlformats.org/officeDocument/2006/relationships" ns16:id="R68883a900a3f4cd9"/>
        <p:sld xmlns:ns17="http://schemas.openxmlformats.org/officeDocument/2006/relationships" ns17:id="Ra2d8b4b192ef44dc"/>
        <p:sld xmlns:ns18="http://schemas.openxmlformats.org/officeDocument/2006/relationships" ns18:id="Rdad027f097f24cf0"/>
        <p:sld xmlns:ns19="http://schemas.openxmlformats.org/officeDocument/2006/relationships" ns19:id="Rc641a6fc32134cb8"/>
        <p:sld xmlns:ns20="http://schemas.openxmlformats.org/officeDocument/2006/relationships" ns20:id="R2c84ae30e46b4b7c"/>
        <p:sld xmlns:ns21="http://schemas.openxmlformats.org/officeDocument/2006/relationships" ns21:id="Ra39bf3ffa9a5426d"/>
        <p:sld xmlns:ns22="http://schemas.openxmlformats.org/officeDocument/2006/relationships" ns22:id="R6bd7ca34da474a67"/>
        <p:sld xmlns:ns23="http://schemas.openxmlformats.org/officeDocument/2006/relationships" ns23:id="Rdb1c1f26f29b4105"/>
        <p:sld xmlns:ns24="http://schemas.openxmlformats.org/officeDocument/2006/relationships" ns24:id="Ra5b1734f82fd4563"/>
        <p:sld xmlns:ns25="http://schemas.openxmlformats.org/officeDocument/2006/relationships" ns25:id="R19815f50ee0642ca"/>
        <p:sld xmlns:ns26="http://schemas.openxmlformats.org/officeDocument/2006/relationships" ns26:id="Rd9979baa789044da"/>
        <p:sld xmlns:ns27="http://schemas.openxmlformats.org/officeDocument/2006/relationships" ns27:id="R988e8ac756b64268"/>
        <p:sld xmlns:ns28="http://schemas.openxmlformats.org/officeDocument/2006/relationships" ns28:id="Ra0fe7c0bacde4ab9"/>
      </p:sldLst>
    </p:custShow>
    <p:custShow name="4BK gesamt" id="1">
      <p:sldLst>
        <p:sld xmlns:ns29="http://schemas.openxmlformats.org/officeDocument/2006/relationships" ns29:id="Rd9ec0df207a04b7e"/>
        <p:sld xmlns:ns30="http://schemas.openxmlformats.org/officeDocument/2006/relationships" ns30:id="Re9da59d380974f1a"/>
        <p:sld xmlns:ns31="http://schemas.openxmlformats.org/officeDocument/2006/relationships" ns31:id="Rd7663cc3b589493b"/>
        <p:sld xmlns:ns32="http://schemas.openxmlformats.org/officeDocument/2006/relationships" ns32:id="R9363e586adc54a58"/>
        <p:sld xmlns:ns33="http://schemas.openxmlformats.org/officeDocument/2006/relationships" ns33:id="R196c6a49c5c04249"/>
        <p:sld xmlns:ns34="http://schemas.openxmlformats.org/officeDocument/2006/relationships" ns34:id="Rb4bd76d3899e4710"/>
        <p:sld xmlns:ns35="http://schemas.openxmlformats.org/officeDocument/2006/relationships" ns35:id="R44a5c64b847340ef"/>
        <p:sld xmlns:ns36="http://schemas.openxmlformats.org/officeDocument/2006/relationships" ns36:id="R9d2f666e4db941ed"/>
        <p:sld xmlns:ns37="http://schemas.openxmlformats.org/officeDocument/2006/relationships" ns37:id="Rbf1108d1b69e4726"/>
        <p:sld xmlns:ns38="http://schemas.openxmlformats.org/officeDocument/2006/relationships" ns38:id="Rd8a2a01811f24881"/>
        <p:sld xmlns:ns39="http://schemas.openxmlformats.org/officeDocument/2006/relationships" ns39:id="R09857c37c26c4114"/>
        <p:sld xmlns:ns40="http://schemas.openxmlformats.org/officeDocument/2006/relationships" ns40:id="R6ab295c68a294798"/>
        <p:sld xmlns:ns41="http://schemas.openxmlformats.org/officeDocument/2006/relationships" ns41:id="R6596e14553e6417f"/>
        <p:sld xmlns:ns42="http://schemas.openxmlformats.org/officeDocument/2006/relationships" ns42:id="Rbf30193726c64e3c"/>
        <p:sld xmlns:ns43="http://schemas.openxmlformats.org/officeDocument/2006/relationships" ns43:id="R1b80cc581a1d4838"/>
        <p:sld xmlns:ns44="http://schemas.openxmlformats.org/officeDocument/2006/relationships" ns44:id="R68883a900a3f4cd9"/>
        <p:sld xmlns:ns45="http://schemas.openxmlformats.org/officeDocument/2006/relationships" ns45:id="Ra2d8b4b192ef44dc"/>
        <p:sld xmlns:ns46="http://schemas.openxmlformats.org/officeDocument/2006/relationships" ns46:id="R6bd7ca34da474a67"/>
        <p:sld xmlns:ns47="http://schemas.openxmlformats.org/officeDocument/2006/relationships" ns47:id="Rdb1c1f26f29b4105"/>
        <p:sld xmlns:ns48="http://schemas.openxmlformats.org/officeDocument/2006/relationships" ns48:id="Ra5b1734f82fd4563"/>
        <p:sld xmlns:ns49="http://schemas.openxmlformats.org/officeDocument/2006/relationships" ns49:id="R19815f50ee0642ca"/>
        <p:sld xmlns:ns50="http://schemas.openxmlformats.org/officeDocument/2006/relationships" ns50:id="Rdad027f097f24cf0"/>
        <p:sld xmlns:ns51="http://schemas.openxmlformats.org/officeDocument/2006/relationships" ns51:id="Rc641a6fc32134cb8"/>
        <p:sld xmlns:ns52="http://schemas.openxmlformats.org/officeDocument/2006/relationships" ns52:id="R2c84ae30e46b4b7c"/>
        <p:sld xmlns:ns53="http://schemas.openxmlformats.org/officeDocument/2006/relationships" ns53:id="Ra39bf3ffa9a5426d"/>
        <p:sld xmlns:ns54="http://schemas.openxmlformats.org/officeDocument/2006/relationships" ns54:id="Rd9979baa789044da"/>
        <p:sld xmlns:ns55="http://schemas.openxmlformats.org/officeDocument/2006/relationships" ns55:id="R988e8ac756b64268"/>
        <p:sld xmlns:ns56="http://schemas.openxmlformats.org/officeDocument/2006/relationships" ns56:id="Ra0fe7c0bacde4ab9"/>
      </p:sldLst>
    </p:custShow>
    <p:custShow name="4AK 04.11. - Stunde 1" id="2">
      <p:sldLst>
        <p:sld xmlns:ns57="http://schemas.openxmlformats.org/officeDocument/2006/relationships" ns57:id="Rd9ec0df207a04b7e"/>
        <p:sld xmlns:ns58="http://schemas.openxmlformats.org/officeDocument/2006/relationships" ns58:id="Re9da59d380974f1a"/>
        <p:sld xmlns:ns59="http://schemas.openxmlformats.org/officeDocument/2006/relationships" ns59:id="Rd7663cc3b589493b"/>
        <p:sld xmlns:ns60="http://schemas.openxmlformats.org/officeDocument/2006/relationships" ns60:id="R9363e586adc54a58"/>
        <p:sld xmlns:ns61="http://schemas.openxmlformats.org/officeDocument/2006/relationships" ns61:id="R196c6a49c5c04249"/>
        <p:sld xmlns:ns62="http://schemas.openxmlformats.org/officeDocument/2006/relationships" ns62:id="Rb4bd76d3899e4710"/>
        <p:sld xmlns:ns63="http://schemas.openxmlformats.org/officeDocument/2006/relationships" ns63:id="R44a5c64b847340ef"/>
        <p:sld xmlns:ns64="http://schemas.openxmlformats.org/officeDocument/2006/relationships" ns64:id="R9d2f666e4db941ed"/>
        <p:sld xmlns:ns65="http://schemas.openxmlformats.org/officeDocument/2006/relationships" ns65:id="Rbf1108d1b69e4726"/>
      </p:sldLst>
    </p:custShow>
    <p:custShow name="4AK 09.11. - Stunde 2" id="3">
      <p:sldLst>
        <p:sld xmlns:ns66="http://schemas.openxmlformats.org/officeDocument/2006/relationships" ns66:id="Rd8a2a01811f24881"/>
        <p:sld xmlns:ns67="http://schemas.openxmlformats.org/officeDocument/2006/relationships" ns67:id="R09857c37c26c4114"/>
        <p:sld xmlns:ns68="http://schemas.openxmlformats.org/officeDocument/2006/relationships" ns68:id="R6ab295c68a294798"/>
        <p:sld xmlns:ns69="http://schemas.openxmlformats.org/officeDocument/2006/relationships" ns69:id="R6596e14553e6417f"/>
      </p:sldLst>
    </p:custShow>
    <p:custShow name="4AK 11.11. - Stunde 3" id="4">
      <p:sldLst>
        <p:sld xmlns:ns70="http://schemas.openxmlformats.org/officeDocument/2006/relationships" ns70:id="Rbf30193726c64e3c"/>
        <p:sld xmlns:ns71="http://schemas.openxmlformats.org/officeDocument/2006/relationships" ns71:id="R1b80cc581a1d4838"/>
        <p:sld xmlns:ns72="http://schemas.openxmlformats.org/officeDocument/2006/relationships" ns72:id="R68883a900a3f4cd9"/>
        <p:sld xmlns:ns73="http://schemas.openxmlformats.org/officeDocument/2006/relationships" ns73:id="Ra2d8b4b192ef44dc"/>
      </p:sldLst>
    </p:custShow>
    <p:custShow name="4AK 16.11. - Stunde 4" id="5">
      <p:sldLst>
        <p:sld xmlns:ns74="http://schemas.openxmlformats.org/officeDocument/2006/relationships" ns74:id="Rdad027f097f24cf0"/>
        <p:sld xmlns:ns75="http://schemas.openxmlformats.org/officeDocument/2006/relationships" ns75:id="Rc641a6fc32134cb8"/>
        <p:sld xmlns:ns76="http://schemas.openxmlformats.org/officeDocument/2006/relationships" ns76:id="R2c84ae30e46b4b7c"/>
        <p:sld xmlns:ns77="http://schemas.openxmlformats.org/officeDocument/2006/relationships" ns77:id="Ra39bf3ffa9a5426d"/>
      </p:sldLst>
    </p:custShow>
    <p:custShow name="4AK 18.11. - Stunde 5" id="6">
      <p:sldLst>
        <p:sld xmlns:ns78="http://schemas.openxmlformats.org/officeDocument/2006/relationships" ns78:id="R6bd7ca34da474a67"/>
        <p:sld xmlns:ns79="http://schemas.openxmlformats.org/officeDocument/2006/relationships" ns79:id="Rdb1c1f26f29b4105"/>
        <p:sld xmlns:ns80="http://schemas.openxmlformats.org/officeDocument/2006/relationships" ns80:id="Ra5b1734f82fd4563"/>
        <p:sld xmlns:ns81="http://schemas.openxmlformats.org/officeDocument/2006/relationships" ns81:id="R19815f50ee0642ca"/>
        <p:sld xmlns:ns82="http://schemas.openxmlformats.org/officeDocument/2006/relationships" ns82:id="Rd9979baa789044da"/>
        <p:sld xmlns:ns83="http://schemas.openxmlformats.org/officeDocument/2006/relationships" ns83:id="R988e8ac756b64268"/>
        <p:sld xmlns:ns84="http://schemas.openxmlformats.org/officeDocument/2006/relationships" ns84:id="Ra0fe7c0bacde4ab9"/>
      </p:sldLst>
    </p:custShow>
    <p:custShow name="4BK 04.11. - Stunde 1" id="7">
      <p:sldLst>
        <p:sld xmlns:ns85="http://schemas.openxmlformats.org/officeDocument/2006/relationships" ns85:id="Rd9ec0df207a04b7e"/>
        <p:sld xmlns:ns86="http://schemas.openxmlformats.org/officeDocument/2006/relationships" ns86:id="Re9da59d380974f1a"/>
        <p:sld xmlns:ns87="http://schemas.openxmlformats.org/officeDocument/2006/relationships" ns87:id="Rd7663cc3b589493b"/>
        <p:sld xmlns:ns88="http://schemas.openxmlformats.org/officeDocument/2006/relationships" ns88:id="R9363e586adc54a58"/>
        <p:sld xmlns:ns89="http://schemas.openxmlformats.org/officeDocument/2006/relationships" ns89:id="R196c6a49c5c04249"/>
        <p:sld xmlns:ns90="http://schemas.openxmlformats.org/officeDocument/2006/relationships" ns90:id="Rb4bd76d3899e4710"/>
        <p:sld xmlns:ns91="http://schemas.openxmlformats.org/officeDocument/2006/relationships" ns91:id="R44a5c64b847340ef"/>
        <p:sld xmlns:ns92="http://schemas.openxmlformats.org/officeDocument/2006/relationships" ns92:id="R9d2f666e4db941ed"/>
        <p:sld xmlns:ns93="http://schemas.openxmlformats.org/officeDocument/2006/relationships" ns93:id="Rbf1108d1b69e4726"/>
      </p:sldLst>
    </p:custShow>
    <p:custShow name="4BK 06.11. - Stunde 2" id="8">
      <p:sldLst>
        <p:sld xmlns:ns94="http://schemas.openxmlformats.org/officeDocument/2006/relationships" ns94:id="Rd8a2a01811f24881"/>
        <p:sld xmlns:ns95="http://schemas.openxmlformats.org/officeDocument/2006/relationships" ns95:id="R09857c37c26c4114"/>
        <p:sld xmlns:ns96="http://schemas.openxmlformats.org/officeDocument/2006/relationships" ns96:id="R6ab295c68a294798"/>
        <p:sld xmlns:ns97="http://schemas.openxmlformats.org/officeDocument/2006/relationships" ns97:id="R6596e14553e6417f"/>
        <p:sld xmlns:ns98="http://schemas.openxmlformats.org/officeDocument/2006/relationships" ns98:id="Rbf30193726c64e3c"/>
        <p:sld xmlns:ns99="http://schemas.openxmlformats.org/officeDocument/2006/relationships" ns99:id="R1b80cc581a1d4838"/>
        <p:sld xmlns:ns100="http://schemas.openxmlformats.org/officeDocument/2006/relationships" ns100:id="R68883a900a3f4cd9"/>
        <p:sld xmlns:ns101="http://schemas.openxmlformats.org/officeDocument/2006/relationships" ns101:id="Ra2d8b4b192ef44dc"/>
      </p:sldLst>
    </p:custShow>
    <p:custShow name="4BK 11.11. - Stunde 3" id="9">
      <p:sldLst>
        <p:sld xmlns:ns102="http://schemas.openxmlformats.org/officeDocument/2006/relationships" ns102:id="R6bd7ca34da474a67"/>
        <p:sld xmlns:ns103="http://schemas.openxmlformats.org/officeDocument/2006/relationships" ns103:id="Rdb1c1f26f29b4105"/>
        <p:sld xmlns:ns104="http://schemas.openxmlformats.org/officeDocument/2006/relationships" ns104:id="Ra5b1734f82fd4563"/>
        <p:sld xmlns:ns105="http://schemas.openxmlformats.org/officeDocument/2006/relationships" ns105:id="R19815f50ee0642ca"/>
      </p:sldLst>
    </p:custShow>
    <p:custShow name="4BK 13.11. - Stunde 4" id="10">
      <p:sldLst>
        <p:sld xmlns:ns106="http://schemas.openxmlformats.org/officeDocument/2006/relationships" ns106:id="Rdad027f097f24cf0"/>
        <p:sld xmlns:ns107="http://schemas.openxmlformats.org/officeDocument/2006/relationships" ns107:id="Rc641a6fc32134cb8"/>
        <p:sld xmlns:ns108="http://schemas.openxmlformats.org/officeDocument/2006/relationships" ns108:id="R2c84ae30e46b4b7c"/>
        <p:sld xmlns:ns109="http://schemas.openxmlformats.org/officeDocument/2006/relationships" ns109:id="Ra39bf3ffa9a5426d"/>
        <p:sld xmlns:ns110="http://schemas.openxmlformats.org/officeDocument/2006/relationships" ns110:id="Rd9979baa789044da"/>
        <p:sld xmlns:ns111="http://schemas.openxmlformats.org/officeDocument/2006/relationships" ns111:id="R988e8ac756b64268"/>
        <p:sld xmlns:ns112="http://schemas.openxmlformats.org/officeDocument/2006/relationships" ns112:id="Ra0fe7c0bacde4ab9"/>
      </p:sldLst>
    </p:custShow>
  </p:custShow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0ce7570e84160" /><Relationship Type="http://schemas.openxmlformats.org/officeDocument/2006/relationships/slideMaster" Target="/ppt/slideMasters/slideMaster1.xml" Id="R5603c5a9a1cf42e0" /><Relationship Type="http://schemas.openxmlformats.org/officeDocument/2006/relationships/notesMaster" Target="/ppt/notesMasters/notesMaster1.xml" Id="R45ffaf2e9de34797" /><Relationship Type="http://schemas.openxmlformats.org/officeDocument/2006/relationships/presProps" Target="/ppt/presProps.xml" Id="R42c5b9b30d174704" /><Relationship Type="http://schemas.openxmlformats.org/officeDocument/2006/relationships/viewProps" Target="/ppt/viewProps.xml" Id="R6aeec7964e124d72" /><Relationship Type="http://schemas.openxmlformats.org/officeDocument/2006/relationships/tableStyles" Target="/ppt/tableStyles.xml" Id="R7cb753171b9f41d8" /><Relationship Type="http://schemas.openxmlformats.org/officeDocument/2006/relationships/slide" Target="/ppt/slides/slide1.xml" Id="Rd9ec0df207a04b7e" /><Relationship Type="http://schemas.openxmlformats.org/officeDocument/2006/relationships/slide" Target="/ppt/slides/slide2.xml" Id="Re9da59d380974f1a" /><Relationship Type="http://schemas.openxmlformats.org/officeDocument/2006/relationships/slide" Target="/ppt/slides/slide3.xml" Id="Rd7663cc3b589493b" /><Relationship Type="http://schemas.openxmlformats.org/officeDocument/2006/relationships/slide" Target="/ppt/slides/slide4.xml" Id="R9363e586adc54a58" /><Relationship Type="http://schemas.openxmlformats.org/officeDocument/2006/relationships/slide" Target="/ppt/slides/slide5.xml" Id="R196c6a49c5c04249" /><Relationship Type="http://schemas.openxmlformats.org/officeDocument/2006/relationships/slide" Target="/ppt/slides/slide6.xml" Id="Rb4bd76d3899e4710" /><Relationship Type="http://schemas.openxmlformats.org/officeDocument/2006/relationships/slide" Target="/ppt/slides/slide7.xml" Id="R44a5c64b847340ef" /><Relationship Type="http://schemas.openxmlformats.org/officeDocument/2006/relationships/slide" Target="/ppt/slides/slide8.xml" Id="R9d2f666e4db941ed" /><Relationship Type="http://schemas.openxmlformats.org/officeDocument/2006/relationships/slide" Target="/ppt/slides/slide9.xml" Id="Rbf1108d1b69e4726" /><Relationship Type="http://schemas.openxmlformats.org/officeDocument/2006/relationships/slide" Target="/ppt/slides/slide10.xml" Id="Rd8a2a01811f24881" /><Relationship Type="http://schemas.openxmlformats.org/officeDocument/2006/relationships/slide" Target="/ppt/slides/slide11.xml" Id="R09857c37c26c4114" /><Relationship Type="http://schemas.openxmlformats.org/officeDocument/2006/relationships/slide" Target="/ppt/slides/slide12.xml" Id="R6ab295c68a294798" /><Relationship Type="http://schemas.openxmlformats.org/officeDocument/2006/relationships/slide" Target="/ppt/slides/slide13.xml" Id="R6596e14553e6417f" /><Relationship Type="http://schemas.openxmlformats.org/officeDocument/2006/relationships/slide" Target="/ppt/slides/slide14.xml" Id="Rbf30193726c64e3c" /><Relationship Type="http://schemas.openxmlformats.org/officeDocument/2006/relationships/slide" Target="/ppt/slides/slide15.xml" Id="R1b80cc581a1d4838" /><Relationship Type="http://schemas.openxmlformats.org/officeDocument/2006/relationships/slide" Target="/ppt/slides/slide16.xml" Id="R68883a900a3f4cd9" /><Relationship Type="http://schemas.openxmlformats.org/officeDocument/2006/relationships/slide" Target="/ppt/slides/slide17.xml" Id="Ra2d8b4b192ef44dc" /><Relationship Type="http://schemas.openxmlformats.org/officeDocument/2006/relationships/slide" Target="/ppt/slides/slide18.xml" Id="Rdad027f097f24cf0" /><Relationship Type="http://schemas.openxmlformats.org/officeDocument/2006/relationships/slide" Target="/ppt/slides/slide19.xml" Id="Rc641a6fc32134cb8" /><Relationship Type="http://schemas.openxmlformats.org/officeDocument/2006/relationships/slide" Target="/ppt/slides/slide20.xml" Id="R2c84ae30e46b4b7c" /><Relationship Type="http://schemas.openxmlformats.org/officeDocument/2006/relationships/slide" Target="/ppt/slides/slide21.xml" Id="Ra39bf3ffa9a5426d" /><Relationship Type="http://schemas.openxmlformats.org/officeDocument/2006/relationships/slide" Target="/ppt/slides/slide22.xml" Id="R6bd7ca34da474a67" /><Relationship Type="http://schemas.openxmlformats.org/officeDocument/2006/relationships/slide" Target="/ppt/slides/slide23.xml" Id="Rdb1c1f26f29b4105" /><Relationship Type="http://schemas.openxmlformats.org/officeDocument/2006/relationships/slide" Target="/ppt/slides/slide24.xml" Id="Ra5b1734f82fd4563" /><Relationship Type="http://schemas.openxmlformats.org/officeDocument/2006/relationships/slide" Target="/ppt/slides/slide25.xml" Id="R19815f50ee0642ca" /><Relationship Type="http://schemas.openxmlformats.org/officeDocument/2006/relationships/slide" Target="/ppt/slides/slide26.xml" Id="Rd9979baa789044da" /><Relationship Type="http://schemas.openxmlformats.org/officeDocument/2006/relationships/slide" Target="/ppt/slides/slide27.xml" Id="R988e8ac756b64268" /><Relationship Type="http://schemas.openxmlformats.org/officeDocument/2006/relationships/slide" Target="/ppt/slides/slide28.xml" Id="Ra0fe7c0bacde4ab9" /><Relationship Type="http://schemas.openxmlformats.org/officeDocument/2006/relationships/slide" Target="/ppt/slides/slide29.xml" Id="R3af699cb3c604e4d" /><Relationship Type="http://schemas.openxmlformats.org/officeDocument/2006/relationships/slide" Target="/ppt/slides/slide30.xml" Id="R432cd61318fe4eab" /><Relationship Type="http://schemas.openxmlformats.org/officeDocument/2006/relationships/slide" Target="/ppt/slides/slide31.xml" Id="Rc769f357ed5547a9" /><Relationship Type="http://schemas.openxmlformats.org/officeDocument/2006/relationships/slide" Target="/ppt/slides/slide32.xml" Id="R1c84c9a82ea24af2" /><Relationship Type="http://schemas.openxmlformats.org/officeDocument/2006/relationships/slide" Target="/ppt/slides/slide33.xml" Id="Rb02ec80b172f41ba" /><Relationship Type="http://schemas.openxmlformats.org/officeDocument/2006/relationships/slide" Target="/ppt/slides/slide34.xml" Id="Rcbe6d81e87c7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2313b968f41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BHAK Folienmaster">
  <a:themeElements>
    <a:clrScheme name="BHAK Folienmaster">
      <a:dk1>
        <a:srgbClr val="1F2A1C"/>
      </a:dk1>
      <a:lt1>
        <a:srgbClr val="FFFFFF"/>
      </a:lt1>
      <a:dk2>
        <a:srgbClr val="3B4A2F"/>
      </a:dk2>
      <a:lt2>
        <a:srgbClr val="EEF3E4"/>
      </a:lt2>
      <a:accent1>
        <a:srgbClr val="7FA83A"/>
      </a:accent1>
      <a:accent2>
        <a:srgbClr val="3B4A2F"/>
      </a:accent2>
      <a:accent3>
        <a:srgbClr val="D9772B"/>
      </a:accent3>
      <a:accent4>
        <a:srgbClr val="2E7D8C"/>
      </a:accent4>
      <a:accent5>
        <a:srgbClr val="A6B88A"/>
      </a:accent5>
      <a:accent6>
        <a:srgbClr val="8C3B2E"/>
      </a:accent6>
      <a:hlink>
        <a:srgbClr val="2E7D8C"/>
      </a:hlink>
      <a:folHlink>
        <a:srgbClr val="6D5A8C"/>
      </a:folHlink>
    </a:clrScheme>
    <a:fontScheme name="BHAK Folienma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HAK Folienmas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13568b8a445bc" /><Relationship Type="http://schemas.openxmlformats.org/officeDocument/2006/relationships/notesMaster" Target="/ppt/notesMasters/notesMaster1.xml" Id="R3162d05eee47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6982b98e94455" /><Relationship Type="http://schemas.openxmlformats.org/officeDocument/2006/relationships/notesMaster" Target="/ppt/notesMasters/notesMaster1.xml" Id="Rdf1527a2cf8d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35788cb0940cf" /><Relationship Type="http://schemas.openxmlformats.org/officeDocument/2006/relationships/notesMaster" Target="/ppt/notesMasters/notesMaster1.xml" Id="R819c27bd2e6040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c379a8235d46bd" /><Relationship Type="http://schemas.openxmlformats.org/officeDocument/2006/relationships/notesMaster" Target="/ppt/notesMasters/notesMaster1.xml" Id="R5ebd88d3154046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6789a471134b0d" /><Relationship Type="http://schemas.openxmlformats.org/officeDocument/2006/relationships/notesMaster" Target="/ppt/notesMasters/notesMaster1.xml" Id="Rf8bcaeade1d448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f771088d6e4dbc" /><Relationship Type="http://schemas.openxmlformats.org/officeDocument/2006/relationships/notesMaster" Target="/ppt/notesMasters/notesMaster1.xml" Id="R3008f912b9b8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e9933b8d224e10" /><Relationship Type="http://schemas.openxmlformats.org/officeDocument/2006/relationships/notesMaster" Target="/ppt/notesMasters/notesMaster1.xml" Id="R6ec6b432d32544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f99f11eb694b7f" /><Relationship Type="http://schemas.openxmlformats.org/officeDocument/2006/relationships/notesMaster" Target="/ppt/notesMasters/notesMaster1.xml" Id="R272c1c8ceccb4d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a5747b36fb4ec5" /><Relationship Type="http://schemas.openxmlformats.org/officeDocument/2006/relationships/notesMaster" Target="/ppt/notesMasters/notesMaster1.xml" Id="R128546db8aa1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dcbe5b791d4584" /><Relationship Type="http://schemas.openxmlformats.org/officeDocument/2006/relationships/notesMaster" Target="/ppt/notesMasters/notesMaster1.xml" Id="Ra005012ed2da4a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7117f9ca04d76" /><Relationship Type="http://schemas.openxmlformats.org/officeDocument/2006/relationships/notesMaster" Target="/ppt/notesMasters/notesMaster1.xml" Id="R418724707e794f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92f469979841ab" /><Relationship Type="http://schemas.openxmlformats.org/officeDocument/2006/relationships/notesMaster" Target="/ppt/notesMasters/notesMaster1.xml" Id="Rc0f833cc952e42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87e6ebe71a4bf4" /><Relationship Type="http://schemas.openxmlformats.org/officeDocument/2006/relationships/notesMaster" Target="/ppt/notesMasters/notesMaster1.xml" Id="Re8a071afdcfe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8e87f1cba54d29" /><Relationship Type="http://schemas.openxmlformats.org/officeDocument/2006/relationships/notesMaster" Target="/ppt/notesMasters/notesMaster1.xml" Id="R797069f400c343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796dd0dd0c4317" /><Relationship Type="http://schemas.openxmlformats.org/officeDocument/2006/relationships/notesMaster" Target="/ppt/notesMasters/notesMaster1.xml" Id="R5a63c039245349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e8d89dd6f44170" /><Relationship Type="http://schemas.openxmlformats.org/officeDocument/2006/relationships/notesMaster" Target="/ppt/notesMasters/notesMaster1.xml" Id="R00d6e20aa86648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8457f8b9cc4de7" /><Relationship Type="http://schemas.openxmlformats.org/officeDocument/2006/relationships/notesMaster" Target="/ppt/notesMasters/notesMaster1.xml" Id="R796940d44a114d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9e160830814ad2" /><Relationship Type="http://schemas.openxmlformats.org/officeDocument/2006/relationships/notesMaster" Target="/ppt/notesMasters/notesMaster1.xml" Id="Rb878390252624d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366dba86954137" /><Relationship Type="http://schemas.openxmlformats.org/officeDocument/2006/relationships/notesMaster" Target="/ppt/notesMasters/notesMaster1.xml" Id="Rb7d4f18889014a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1a79dc9b70495e" /><Relationship Type="http://schemas.openxmlformats.org/officeDocument/2006/relationships/notesMaster" Target="/ppt/notesMasters/notesMaster1.xml" Id="R5c552351213244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1f34af69a44140" /><Relationship Type="http://schemas.openxmlformats.org/officeDocument/2006/relationships/notesMaster" Target="/ppt/notesMasters/notesMaster1.xml" Id="Rf0f6f270299045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f627e60b3e497d" /><Relationship Type="http://schemas.openxmlformats.org/officeDocument/2006/relationships/notesMaster" Target="/ppt/notesMasters/notesMaster1.xml" Id="R81de4e7cdc5348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da7f2306774173" /><Relationship Type="http://schemas.openxmlformats.org/officeDocument/2006/relationships/notesMaster" Target="/ppt/notesMasters/notesMaster1.xml" Id="R7e36259db2c544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6642de24564265" /><Relationship Type="http://schemas.openxmlformats.org/officeDocument/2006/relationships/notesMaster" Target="/ppt/notesMasters/notesMaster1.xml" Id="Ra379e8aa2a8e4a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c803140c3d47d3" /><Relationship Type="http://schemas.openxmlformats.org/officeDocument/2006/relationships/notesMaster" Target="/ppt/notesMasters/notesMaster1.xml" Id="R654f5bfa6eb248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3711f8a15d41cd" /><Relationship Type="http://schemas.openxmlformats.org/officeDocument/2006/relationships/notesMaster" Target="/ppt/notesMasters/notesMaster1.xml" Id="R739e4329127d4f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7e4d24be6494b00" /><Relationship Type="http://schemas.openxmlformats.org/officeDocument/2006/relationships/notesMaster" Target="/ppt/notesMasters/notesMaster1.xml" Id="R9471a1a0d24a44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ed71631a9749b5" /><Relationship Type="http://schemas.openxmlformats.org/officeDocument/2006/relationships/notesMaster" Target="/ppt/notesMasters/notesMaster1.xml" Id="R6953b1da40604bd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b3d607c6e34368" /><Relationship Type="http://schemas.openxmlformats.org/officeDocument/2006/relationships/notesMaster" Target="/ppt/notesMasters/notesMaster1.xml" Id="Rd25a2e86603341a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81b74d81984d25" /><Relationship Type="http://schemas.openxmlformats.org/officeDocument/2006/relationships/notesMaster" Target="/ppt/notesMasters/notesMaster1.xml" Id="R5ebbd20a5e5943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e73a2b4b994a8a" /><Relationship Type="http://schemas.openxmlformats.org/officeDocument/2006/relationships/notesMaster" Target="/ppt/notesMasters/notesMaster1.xml" Id="R55823ec667764e3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2de3c395a34ef8" /><Relationship Type="http://schemas.openxmlformats.org/officeDocument/2006/relationships/notesMaster" Target="/ppt/notesMasters/notesMaster1.xml" Id="Rbb4de51622754a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af891e452de41aa" /><Relationship Type="http://schemas.openxmlformats.org/officeDocument/2006/relationships/notesMaster" Target="/ppt/notesMasters/notesMaster1.xml" Id="Rd6f2a1bf4f3f4a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ac93ac807b949cf" /><Relationship Type="http://schemas.openxmlformats.org/officeDocument/2006/relationships/notesMaster" Target="/ppt/notesMasters/notesMaster1.xml" Id="Re02a08aec08748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Buch S. 47–59.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48–50.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48–59.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48–49.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50.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49–50 · K2.1-V1.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50 · Aufgaben 2–3.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52.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Versuch im Buch S. 53 · K2.1-V2.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S. 53 als Themenbezug. Broughton: https://manchestervictorianarchitects.org.uk/buildings/suspension-bridge-broughton . Tacoma: Billah &amp; Scanlan (1991), Am. J. Phys. 59, 118, bereits im Inhaltsentwurf dokumentiert.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49–53 · Aufgabe 5.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54–55.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54–55 · K2.2-V1 / A6.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55.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Buch-Aufgaben S. 55.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51, 56 · K2.2-V2 / A8.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56.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56–57.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Buch-Aufgabe S. 57 · angepasst.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54, 58–59.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58–59 · Aufgabe 10.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Buch-Aufgabe S. 59 · Zusatzrechnung.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52–59 · Aufgabe 12.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Theorie S. 58–59 · Aufgabe 13.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Buch S. 47–59.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Unterrichtsführung.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50-Minuten-Annahme · Paket v1.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50-Minuten-Annahme · Paket v1.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Vorbereitung vor der Stunde.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NAWI_Jahresplan_4Jg_v23.xlsx, Jahresplan E6–E8, Lehraufgaben K. Trauner NAWI 4 S. 47–59. Vollständige Aufgaben und Erläuterungen im Claude-Paket v1.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Trauner Naturwissenschaften HAK 4, Hinweise zur mündlichen Erklärung. Eigene Formulierung auf Grundlage des geprüften Pakets v1 und Prüfberichts v2.</a:t>
            </a:r>
          </a:p>
          <a:p xmlns:a="http://schemas.openxmlformats.org/drawingml/2006/main">
            <a:r>
              <a:t>Vorhandene Diagramme/GIFs: Claude-Paket Wellen v1, 25.10.2026. Unterrichtliche Auswahl und Zusammenstellung: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3ddf6708143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83d52850e4e7b" /><Relationship Type="http://schemas.openxmlformats.org/officeDocument/2006/relationships/image" Target="/ppt/media/image.png" Id="R899751677a804309" /><Relationship Type="http://schemas.openxmlformats.org/officeDocument/2006/relationships/image" Target="/ppt/media/image2.png" Id="R992f0a4dd373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729115e9d4b2f" /><Relationship Type="http://schemas.openxmlformats.org/officeDocument/2006/relationships/image" Target="/ppt/media/image3.png" Id="R458778b4c1824986" /><Relationship Type="http://schemas.openxmlformats.org/officeDocument/2006/relationships/image" Target="/ppt/media/image4.png" Id="R9adb68aca7e446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1ce18b4034d86" /><Relationship Type="http://schemas.openxmlformats.org/officeDocument/2006/relationships/image" Target="/ppt/media/image5.png" Id="R4521e0b5fb0745c6" /><Relationship Type="http://schemas.openxmlformats.org/officeDocument/2006/relationships/image" Target="/ppt/media/image6.png" Id="Rf1065b09588046b7" /><Relationship Type="http://schemas.openxmlformats.org/officeDocument/2006/relationships/image" Target="/ppt/media/image7.png" Id="R349daf5cc11547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cd635b5f647a2" /><Relationship Type="http://schemas.openxmlformats.org/officeDocument/2006/relationships/image" Target="/ppt/media/image8.png" Id="R1a88b30919604593" /><Relationship Type="http://schemas.openxmlformats.org/officeDocument/2006/relationships/image" Target="/ppt/media/image9.png" Id="R0b14b370a5bc47e8" /><Relationship Type="http://schemas.openxmlformats.org/officeDocument/2006/relationships/image" Target="/ppt/media/image10.png" Id="Rf7776ff76a1347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4752118a44459" /><Relationship Type="http://schemas.openxmlformats.org/officeDocument/2006/relationships/image" Target="/ppt/media/image11.png" Id="Re982e832a28f4c74" /><Relationship Type="http://schemas.openxmlformats.org/officeDocument/2006/relationships/image" Target="/ppt/media/image12.png" Id="R53491d678fa64b10" /><Relationship Type="http://schemas.openxmlformats.org/officeDocument/2006/relationships/image" Target="/ppt/media/image13.png" Id="Rc49ce3749e9e4dc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01C368-5AFD-440C-BC41-4035BFD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9047530E-E91D-4D94-B09C-058EB586E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751677a804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108960" cy="1307592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5DB9D6EC-3B84-4F0E-AA9C-527F6EE6C6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f0a4dd3734f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" y="91440"/>
            <a:ext cx="868680" cy="996696"/>
          </a:xfrm>
          <a:prstGeom xmlns:a="http://schemas.openxmlformats.org/drawingml/2006/main" prst="rect">
            <a:avLst/>
          </a:prstGeom>
        </p:spPr>
      </p:pic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6BB7830-8E3B-49C7-91F7-4A5187655760}"/>
              </a:ext>
            </a:extLst>
          </p:cNvPr>
          <p:cNvSpPr>
            <a:spLocks xmlns:a="http://schemas.openxmlformats.org/drawingml/2006/main" noGrp="1"/>
          </p:cNvSpPr>
          <p:nvPr>
            <p:ph type="title" idx="103" hasCustomPrompt="1"/>
          </p:nvPr>
        </p:nvSpPr>
        <p:spPr>
          <a:xfrm xmlns:a="http://schemas.openxmlformats.org/drawingml/2006/main">
            <a:off x="548640" y="1417320"/>
            <a:ext cx="786384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Titel der Präsentation</a:t>
            </a:r>
            <a:endParaRPr sz="40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394F91D9-3614-4870-BD75-AEC3D45E3A52}"/>
              </a:ext>
            </a:extLst>
          </p:cNvPr>
          <p:cNvSpPr>
            <a:spLocks xmlns:a="http://schemas.openxmlformats.org/drawingml/2006/main" noGrp="1"/>
          </p:cNvSpPr>
          <p:nvPr>
            <p:ph type="body" idx="104" hasCustomPrompt="1"/>
          </p:nvPr>
        </p:nvSpPr>
        <p:spPr>
          <a:xfrm xmlns:a="http://schemas.openxmlformats.org/drawingml/2006/main">
            <a:off x="548640" y="315468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 sz="220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accent5"/>
                </a:solidFill>
              </a:rPr>
              <a:t>Fach · Jahrgang · Kapitel, Buchseiten</a:t>
            </a:r>
            <a:endParaRPr sz="22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Abschnit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5E9F7C-D83D-499B-B395-A9D4802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B6A36FE2-1881-40BD-B7D0-E83E2A461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778b4c182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108960" cy="1307592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BA2F693F-AEDE-43DD-9D02-B8D6AD9D6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b68aca7e446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" y="91440"/>
            <a:ext cx="868680" cy="996696"/>
          </a:xfrm>
          <a:prstGeom xmlns:a="http://schemas.openxmlformats.org/drawingml/2006/main" prst="rect">
            <a:avLst/>
          </a:prstGeom>
        </p:spPr>
      </p:pic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F377179-1263-4BCD-A56D-E210D8D03B3F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731520" y="128016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 sz="26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r>
              <a:rPr sz="2600" b="1">
                <a:solidFill>
                  <a:schemeClr val="accent1"/>
                </a:solidFill>
              </a:rPr>
              <a:t>Abschnitt 1</a:t>
            </a:r>
            <a:endParaRPr sz="26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E6539A12-0D9E-44D7-800D-0B15A672DCDA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731520" y="2103120"/>
            <a:ext cx="7680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Titel des Unterthemas</a:t>
            </a:r>
            <a:endParaRPr sz="4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F1BAD7-BC9E-47DF-BD75-E6FD6F4EB9C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rgbClr val="A6B88A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DC67574-363B-41C9-A9BF-436458049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1e0b5fb0745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83080" cy="969264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B79162CC-10AD-400E-B646-02DED1E17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65b09588046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" y="36576"/>
            <a:ext cx="621792" cy="713232"/>
          </a:xfrm>
          <a:prstGeom xmlns:a="http://schemas.openxmlformats.org/drawingml/2006/main" prst="rect">
            <a:avLst/>
          </a:prstGeom>
        </p:spPr>
      </p:pic>
      <p:pic>
        <p:nvPicPr>
          <p:cNvPr id="4" name="Image 2">
            <a:extLst xmlns:a="http://schemas.openxmlformats.org/drawingml/2006/main">
              <a:ext uri="{FF2B5EF4-FFF2-40B4-BE49-F238E27FC236}">
                <a16:creationId xmlns:a16="http://schemas.microsoft.com/office/drawing/2014/main" id="{079640E2-CC6F-4588-99A8-11A93504A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daf5cc115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3920" y="45720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C9CACE75-A926-40DB-B245-2CCE9D4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45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Fach · Jahrgang · Thema</a:t>
            </a:r>
            <a:endParaRPr sz="11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FAFB7AC9-8F99-41CE-87BF-7FDC030E436B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920240" y="164592"/>
            <a:ext cx="6766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2"/>
                </a:solidFill>
              </a:rPr>
              <a:t>Folientitel</a:t>
            </a:r>
            <a:endParaRPr sz="2800"/>
          </a:p>
        </p:txBody>
      </p:sp>
      <p:sp>
        <p:nvSpPr>
          <p:cNvPr id="7" name="Text 1">
            <a:extLst xmlns:a="http://schemas.openxmlformats.org/drawingml/2006/main">
              <a:ext uri="{FF2B5EF4-FFF2-40B4-BE49-F238E27FC236}">
                <a16:creationId xmlns:a16="http://schemas.microsoft.com/office/drawing/2014/main" id="{AF797C95-0299-48E5-9C84-6C7C7CF0060E}"/>
              </a:ext>
            </a:extLst>
          </p:cNvPr>
          <p:cNvSpPr>
            <a:spLocks xmlns:a="http://schemas.openxmlformats.org/drawingml/2006/main" noGrp="1"/>
          </p:cNvSpPr>
          <p:nvPr>
            <p:ph type="body" idx="105" hasCustomPrompt="1"/>
          </p:nvPr>
        </p:nvSpPr>
        <p:spPr>
          <a:xfrm xmlns:a="http://schemas.openxmlformats.org/drawingml/2006/main">
            <a:off x="457200" y="1097280"/>
            <a:ext cx="8229600" cy="3520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tx1"/>
                </a:solidFill>
              </a:rPr>
              <a:t>Text oder Stichpunkte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3934FDF-5F1A-4348-8D6B-74EFBBBB382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001000" y="4773168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rgbClr val="3B4A2F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Nur Titel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E6D2119A-CBB0-4B88-92D8-F41826F6C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8b3091960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83080" cy="969264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9A3988D6-92F1-4E84-973A-3ED05DE85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4b370a5bc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" y="36576"/>
            <a:ext cx="621792" cy="713232"/>
          </a:xfrm>
          <a:prstGeom xmlns:a="http://schemas.openxmlformats.org/drawingml/2006/main" prst="rect">
            <a:avLst/>
          </a:prstGeom>
        </p:spPr>
      </p:pic>
      <p:pic>
        <p:nvPicPr>
          <p:cNvPr id="4" name="Image 2">
            <a:extLst xmlns:a="http://schemas.openxmlformats.org/drawingml/2006/main">
              <a:ext uri="{FF2B5EF4-FFF2-40B4-BE49-F238E27FC236}">
                <a16:creationId xmlns:a16="http://schemas.microsoft.com/office/drawing/2014/main" id="{C8B9DFC5-E789-41A6-A8B8-8B7BBBD7E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76ff76a1347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3920" y="45720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453A85-403F-4AD3-8EDE-8E52D8F9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45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Fach · Jahrgang · Thema</a:t>
            </a:r>
            <a:endParaRPr sz="11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920240" y="164592"/>
            <a:ext cx="6766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2"/>
                </a:solidFill>
              </a:rPr>
              <a:t>Folientitel</a:t>
            </a:r>
            <a:endParaRPr sz="2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285416A-9659-4CB0-BED3-51B193CAA3B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001000" y="4773168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rgbClr val="3B4A2F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1005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Aufgabe">
    <p:bg>
      <p:bgPr>
        <a:solidFill xmlns:a="http://schemas.openxmlformats.org/drawingml/2006/main">
          <a:srgbClr val="EE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3DA8971-9FF1-45B2-AF74-538563346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2e832a28f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83080" cy="969264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5BD14B35-E4DF-40EF-996C-B3BD5942E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91d678fa64b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" y="36576"/>
            <a:ext cx="621792" cy="713232"/>
          </a:xfrm>
          <a:prstGeom xmlns:a="http://schemas.openxmlformats.org/drawingml/2006/main" prst="rect">
            <a:avLst/>
          </a:prstGeom>
        </p:spPr>
      </p:pic>
      <p:pic>
        <p:nvPicPr>
          <p:cNvPr id="4" name="Image 2">
            <a:extLst xmlns:a="http://schemas.openxmlformats.org/drawingml/2006/main">
              <a:ext uri="{FF2B5EF4-FFF2-40B4-BE49-F238E27FC236}">
                <a16:creationId xmlns:a16="http://schemas.microsoft.com/office/drawing/2014/main" id="{A26D8693-AD15-44C3-9FC8-FD17CF629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ce3749e9e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3920" y="45720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FA4DF8F7-A3DB-41EF-959B-6C93DFC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45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Fach · Jahrgang · Thema</a:t>
            </a:r>
            <a:endParaRPr sz="11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878F11B8-1133-45AD-9408-DB869D50D6D5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920240" y="164592"/>
            <a:ext cx="6766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2"/>
                </a:solidFill>
              </a:rPr>
              <a:t>Folientitel</a:t>
            </a:r>
            <a:endParaRPr sz="2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5E7B54E-BA4F-4E89-A0F3-E4798136DB1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001000" y="4773168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rgbClr val="3B4A2F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1006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7d41478b44218" /><Relationship Type="http://schemas.openxmlformats.org/officeDocument/2006/relationships/slideLayout" Target="/ppt/slideLayouts/slideLayout1.xml" Id="R0e97c8bc5746459d" /><Relationship Type="http://schemas.openxmlformats.org/officeDocument/2006/relationships/slideLayout" Target="/ppt/slideLayouts/slideLayout2.xml" Id="R8a88236b261c4b93" /><Relationship Type="http://schemas.openxmlformats.org/officeDocument/2006/relationships/slideLayout" Target="/ppt/slideLayouts/slideLayout3.xml" Id="R2d411348bc0b45c9" /><Relationship Type="http://schemas.openxmlformats.org/officeDocument/2006/relationships/slideLayout" Target="/ppt/slideLayouts/slideLayout4.xml" Id="R3627a486067d443b" /><Relationship Type="http://schemas.openxmlformats.org/officeDocument/2006/relationships/slideLayout" Target="/ppt/slideLayouts/slideLayout5.xml" Id="Re1376865435548dd" /><Relationship Type="http://schemas.openxmlformats.org/officeDocument/2006/relationships/slideLayout" Target="/ppt/slideLayouts/slideLayout6.xml" Id="Rc2efb6cc09374d0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FE82991-E2F7-4EEB-8ED4-D80465A29B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rgbClr val="A6B88A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7c8bc5746459d"/>
    <p:sldLayoutId xmlns:r="http://schemas.openxmlformats.org/officeDocument/2006/relationships" id="2147483650" r:id="R8a88236b261c4b93"/>
    <p:sldLayoutId xmlns:r="http://schemas.openxmlformats.org/officeDocument/2006/relationships" id="2147483651" r:id="R2d411348bc0b45c9"/>
    <p:sldLayoutId xmlns:r="http://schemas.openxmlformats.org/officeDocument/2006/relationships" id="2147483652" r:id="R3627a486067d443b"/>
    <p:sldLayoutId xmlns:r="http://schemas.openxmlformats.org/officeDocument/2006/relationships" id="2147483653" r:id="Re1376865435548dd"/>
    <p:sldLayoutId xmlns:r="http://schemas.openxmlformats.org/officeDocument/2006/relationships" id="2147483654" r:id="Rc2efb6cc09374d0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BHAK Folienmaster">
  <a:themeElements>
    <a:clrScheme name="BHAK Folienmaster">
      <a:dk1>
        <a:srgbClr val="1F2A1C"/>
      </a:dk1>
      <a:lt1>
        <a:srgbClr val="FFFFFF"/>
      </a:lt1>
      <a:dk2>
        <a:srgbClr val="3B4A2F"/>
      </a:dk2>
      <a:lt2>
        <a:srgbClr val="EEF3E4"/>
      </a:lt2>
      <a:accent1>
        <a:srgbClr val="7FA83A"/>
      </a:accent1>
      <a:accent2>
        <a:srgbClr val="3B4A2F"/>
      </a:accent2>
      <a:accent3>
        <a:srgbClr val="D9772B"/>
      </a:accent3>
      <a:accent4>
        <a:srgbClr val="2E7D8C"/>
      </a:accent4>
      <a:accent5>
        <a:srgbClr val="A6B88A"/>
      </a:accent5>
      <a:accent6>
        <a:srgbClr val="8C3B2E"/>
      </a:accent6>
      <a:hlink>
        <a:srgbClr val="2E7D8C"/>
      </a:hlink>
      <a:folHlink>
        <a:srgbClr val="6D5A8C"/>
      </a:folHlink>
    </a:clrScheme>
    <a:fontScheme name="BHAK Folienma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HAK Folienmas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8927619774ad3" /><Relationship Type="http://schemas.openxmlformats.org/officeDocument/2006/relationships/notesSlide" Target="/ppt/notesSlides/notesSlide1.xml" Id="R2bca7a2906bd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41b19668c24493" /><Relationship Type="http://schemas.openxmlformats.org/officeDocument/2006/relationships/image" Target="/ppt/media/image14.png" Id="R9f7960e702834216" /><Relationship Type="http://schemas.openxmlformats.org/officeDocument/2006/relationships/notesSlide" Target="/ppt/notesSlides/notesSlide2.xml" Id="R9ef3ff1702cc43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3c754e3b5b4253" /><Relationship Type="http://schemas.openxmlformats.org/officeDocument/2006/relationships/notesSlide" Target="/ppt/notesSlides/notesSlide3.xml" Id="R5b3ad3eb9f3e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ef10f920834221" /><Relationship Type="http://schemas.openxmlformats.org/officeDocument/2006/relationships/image" Target="/ppt/media/image.gif" Id="R4ede02aa50be408e" /><Relationship Type="http://schemas.openxmlformats.org/officeDocument/2006/relationships/notesSlide" Target="/ppt/notesSlides/notesSlide4.xml" Id="R76ce3c59796d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a1b35153a34db7" /><Relationship Type="http://schemas.openxmlformats.org/officeDocument/2006/relationships/chart" Target="/ppt/slides/charts/chart1.xml" Id="R50fd5e561a6f4988" /><Relationship Type="http://schemas.openxmlformats.org/officeDocument/2006/relationships/notesSlide" Target="/ppt/notesSlides/notesSlide5.xml" Id="Rb6b699b949244e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9034262ce448ad" /><Relationship Type="http://schemas.openxmlformats.org/officeDocument/2006/relationships/chart" Target="/ppt/slides/charts/chart2.xml" Id="R87505959fd904afa" /><Relationship Type="http://schemas.openxmlformats.org/officeDocument/2006/relationships/notesSlide" Target="/ppt/notesSlides/notesSlide6.xml" Id="Rd0b191516b484e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13c3383c7649ca" /><Relationship Type="http://schemas.openxmlformats.org/officeDocument/2006/relationships/notesSlide" Target="/ppt/notesSlides/notesSlide7.xml" Id="R546813fddb0e42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f6fcb8ef2146e4" /><Relationship Type="http://schemas.openxmlformats.org/officeDocument/2006/relationships/image" Target="/ppt/media/image15.png" Id="Rfae85ed4936f4ea9" /><Relationship Type="http://schemas.openxmlformats.org/officeDocument/2006/relationships/notesSlide" Target="/ppt/notesSlides/notesSlide8.xml" Id="Rd9757dc46ea2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bf37612b20d491f" /><Relationship Type="http://schemas.openxmlformats.org/officeDocument/2006/relationships/notesSlide" Target="/ppt/notesSlides/notesSlide9.xml" Id="R75835122517249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a12246b81e4076" /><Relationship Type="http://schemas.openxmlformats.org/officeDocument/2006/relationships/image" Target="/ppt/media/image16.png" Id="R14f3163fe9c44e5d" /><Relationship Type="http://schemas.openxmlformats.org/officeDocument/2006/relationships/notesSlide" Target="/ppt/notesSlides/notesSlide10.xml" Id="Rd5dd38b1f0874f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21f2038d764608" /><Relationship Type="http://schemas.openxmlformats.org/officeDocument/2006/relationships/image" Target="/ppt/media/image17.png" Id="R6461e758c80e4b75" /><Relationship Type="http://schemas.openxmlformats.org/officeDocument/2006/relationships/notesSlide" Target="/ppt/notesSlides/notesSlide11.xml" Id="R73d1e45fd69e46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9b6fee0c2b4e0d" /><Relationship Type="http://schemas.openxmlformats.org/officeDocument/2006/relationships/notesSlide" Target="/ppt/notesSlides/notesSlide12.xml" Id="R25acad28672d42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5b47839529496b" /><Relationship Type="http://schemas.openxmlformats.org/officeDocument/2006/relationships/notesSlide" Target="/ppt/notesSlides/notesSlide13.xml" Id="R96d0d9bb4dcb4c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2bb2b7c1bd74451" /><Relationship Type="http://schemas.openxmlformats.org/officeDocument/2006/relationships/image" Target="/ppt/media/image2.gif" Id="R9994b29767044d6a" /><Relationship Type="http://schemas.openxmlformats.org/officeDocument/2006/relationships/notesSlide" Target="/ppt/notesSlides/notesSlide14.xml" Id="Rf80c021676a242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cfc327207f4da9" /><Relationship Type="http://schemas.openxmlformats.org/officeDocument/2006/relationships/notesSlide" Target="/ppt/notesSlides/notesSlide15.xml" Id="Re68077c312e942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932b55f4364ef2" /><Relationship Type="http://schemas.openxmlformats.org/officeDocument/2006/relationships/chart" Target="/ppt/slides/charts/chart3.xml" Id="R1b2017a85de44594" /><Relationship Type="http://schemas.openxmlformats.org/officeDocument/2006/relationships/chart" Target="/ppt/slides/charts/chart4.xml" Id="R341f683b735f4e46" /><Relationship Type="http://schemas.openxmlformats.org/officeDocument/2006/relationships/notesSlide" Target="/ppt/notesSlides/notesSlide16.xml" Id="Ra12a90df6a8c4d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984be1fa2849e2" /><Relationship Type="http://schemas.openxmlformats.org/officeDocument/2006/relationships/notesSlide" Target="/ppt/notesSlides/notesSlide17.xml" Id="R1abc36374e1945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8ad020731f4393" /><Relationship Type="http://schemas.openxmlformats.org/officeDocument/2006/relationships/image" Target="/ppt/media/image3.gif" Id="Rcd18d773f15c4ff9" /><Relationship Type="http://schemas.openxmlformats.org/officeDocument/2006/relationships/notesSlide" Target="/ppt/notesSlides/notesSlide18.xml" Id="R557ccaf375134d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d51d11c5da4b29" /><Relationship Type="http://schemas.openxmlformats.org/officeDocument/2006/relationships/image" Target="/ppt/media/image4.gif" Id="R3d1276d90d384df5" /><Relationship Type="http://schemas.openxmlformats.org/officeDocument/2006/relationships/notesSlide" Target="/ppt/notesSlides/notesSlide19.xml" Id="Rf1a664e881bf4f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e0c995ad684c18" /><Relationship Type="http://schemas.openxmlformats.org/officeDocument/2006/relationships/image" Target="/ppt/media/image18.png" Id="R79d888bd6d3245d9" /><Relationship Type="http://schemas.openxmlformats.org/officeDocument/2006/relationships/notesSlide" Target="/ppt/notesSlides/notesSlide20.xml" Id="Rc20ad73ee51d4b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e107a799954177" /><Relationship Type="http://schemas.openxmlformats.org/officeDocument/2006/relationships/notesSlide" Target="/ppt/notesSlides/notesSlide21.xml" Id="R9ef524b09d354a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78592a0e1014855" /><Relationship Type="http://schemas.openxmlformats.org/officeDocument/2006/relationships/notesSlide" Target="/ppt/notesSlides/notesSlide22.xml" Id="R488fa19335de44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5db886753b4539" /><Relationship Type="http://schemas.openxmlformats.org/officeDocument/2006/relationships/image" Target="/ppt/media/image19.png" Id="R6cd9c89ed89e41be" /><Relationship Type="http://schemas.openxmlformats.org/officeDocument/2006/relationships/notesSlide" Target="/ppt/notesSlides/notesSlide23.xml" Id="Rae20b5140f2c42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7179368e9a4a07" /><Relationship Type="http://schemas.openxmlformats.org/officeDocument/2006/relationships/notesSlide" Target="/ppt/notesSlides/notesSlide24.xml" Id="R7f79f1f0f35342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c7e7c356da4f5b" /><Relationship Type="http://schemas.openxmlformats.org/officeDocument/2006/relationships/notesSlide" Target="/ppt/notesSlides/notesSlide25.xml" Id="Rf359cc5fdf09424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c88223604af43b3" /><Relationship Type="http://schemas.openxmlformats.org/officeDocument/2006/relationships/notesSlide" Target="/ppt/notesSlides/notesSlide26.xml" Id="R17bf4564e57740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e29f6670d74616" /><Relationship Type="http://schemas.openxmlformats.org/officeDocument/2006/relationships/notesSlide" Target="/ppt/notesSlides/notesSlide27.xml" Id="R9aafa22650f144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b73a80ba2d4028" /><Relationship Type="http://schemas.openxmlformats.org/officeDocument/2006/relationships/hyperlink" Target="https://stephanholzer12.github.io/unterricht/4ab-nawi/k2-1-wellen/aufgaben.html" TargetMode="External" Id="R22e4f67e52fc4fbb" /><Relationship Type="http://schemas.openxmlformats.org/officeDocument/2006/relationships/hyperlink" Target="https://stephanholzer12.github.io/unterricht/4ab-nawi/k2-1-wellen/versuche.html" TargetMode="External" Id="Rfa07cefbe47e4c03" /><Relationship Type="http://schemas.openxmlformats.org/officeDocument/2006/relationships/image" Target="/ppt/media/image20.png" Id="R38de6e2cf3b94e4d" /><Relationship Type="http://schemas.openxmlformats.org/officeDocument/2006/relationships/hyperlink" Target="https://stephanholzer12.github.io/unterricht/4ab-nawi/k2-1-wellen/quiz.html" TargetMode="External" Id="R83b822b75d044aa9" /><Relationship Type="http://schemas.openxmlformats.org/officeDocument/2006/relationships/notesSlide" Target="/ppt/notesSlides/notesSlide28.xml" Id="Rd96f64deaed141d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d5385b7f9e4327" /><Relationship Type="http://schemas.openxmlformats.org/officeDocument/2006/relationships/notesSlide" Target="/ppt/notesSlides/notesSlide29.xml" Id="R1665dd58e39346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c3eb8ded004318" /><Relationship Type="http://schemas.openxmlformats.org/officeDocument/2006/relationships/notesSlide" Target="/ppt/notesSlides/notesSlide30.xml" Id="R777c9d6f876c4f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15f0c3bca24e45" /><Relationship Type="http://schemas.openxmlformats.org/officeDocument/2006/relationships/notesSlide" Target="/ppt/notesSlides/notesSlide31.xml" Id="R0091fdf7b1194ad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259d3f195f40a6" /><Relationship Type="http://schemas.openxmlformats.org/officeDocument/2006/relationships/notesSlide" Target="/ppt/notesSlides/notesSlide32.xml" Id="R9248618f415c44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3893a107494adf" /><Relationship Type="http://schemas.openxmlformats.org/officeDocument/2006/relationships/notesSlide" Target="/ppt/notesSlides/notesSlide33.xml" Id="R4f13f4411684465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ce8be31f3864e67" /><Relationship Type="http://schemas.openxmlformats.org/officeDocument/2006/relationships/notesSlide" Target="/ppt/notesSlides/notesSlide34.xml" Id="Rd92d6374fc3440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smooth"/>
        <c:varyColors val="0"/>
        <c:ser>
          <c:idx val="0"/>
          <c:order val="0"/>
          <c:tx>
            <c:v>Auslenkung</c:v>
          </c:tx>
          <c:spPr>
            <a:ln xmlns:a="http://schemas.openxmlformats.org/drawingml/2006/main" w="28575">
              <a:solidFill>
                <a:srgbClr val="2E7D8C"/>
              </a:solidFill>
              <a:prstDash val="solid"/>
            </a:ln>
          </c:spPr>
          <c:marker>
            <c:symbol val="none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0.0125</c:v>
                </c:pt>
                <c:pt idx="2">
                  <c:v>0.025</c:v>
                </c:pt>
                <c:pt idx="3">
                  <c:v>0.0375</c:v>
                </c:pt>
                <c:pt idx="4">
                  <c:v>0.05</c:v>
                </c:pt>
                <c:pt idx="5">
                  <c:v>0.0625</c:v>
                </c:pt>
                <c:pt idx="6">
                  <c:v>0.075</c:v>
                </c:pt>
                <c:pt idx="7">
                  <c:v>0.0875</c:v>
                </c:pt>
                <c:pt idx="8">
                  <c:v>0.1</c:v>
                </c:pt>
                <c:pt idx="9">
                  <c:v>0.1125</c:v>
                </c:pt>
                <c:pt idx="10">
                  <c:v>0.125</c:v>
                </c:pt>
                <c:pt idx="11">
                  <c:v>0.1375</c:v>
                </c:pt>
                <c:pt idx="12">
                  <c:v>0.15</c:v>
                </c:pt>
                <c:pt idx="13">
                  <c:v>0.1625</c:v>
                </c:pt>
                <c:pt idx="14">
                  <c:v>0.175</c:v>
                </c:pt>
                <c:pt idx="15">
                  <c:v>0.1875</c:v>
                </c:pt>
                <c:pt idx="16">
                  <c:v>0.2</c:v>
                </c:pt>
                <c:pt idx="17">
                  <c:v>0.2125</c:v>
                </c:pt>
                <c:pt idx="18">
                  <c:v>0.225</c:v>
                </c:pt>
                <c:pt idx="19">
                  <c:v>0.2375</c:v>
                </c:pt>
                <c:pt idx="20">
                  <c:v>0.25</c:v>
                </c:pt>
                <c:pt idx="21">
                  <c:v>0.2625</c:v>
                </c:pt>
                <c:pt idx="22">
                  <c:v>0.275</c:v>
                </c:pt>
                <c:pt idx="23">
                  <c:v>0.2875</c:v>
                </c:pt>
                <c:pt idx="24">
                  <c:v>0.3</c:v>
                </c:pt>
                <c:pt idx="25">
                  <c:v>0.3125</c:v>
                </c:pt>
                <c:pt idx="26">
                  <c:v>0.325</c:v>
                </c:pt>
                <c:pt idx="27">
                  <c:v>0.3375</c:v>
                </c:pt>
                <c:pt idx="28">
                  <c:v>0.35</c:v>
                </c:pt>
                <c:pt idx="29">
                  <c:v>0.3625</c:v>
                </c:pt>
                <c:pt idx="30">
                  <c:v>0.375</c:v>
                </c:pt>
                <c:pt idx="31">
                  <c:v>0.3875</c:v>
                </c:pt>
                <c:pt idx="32">
                  <c:v>0.4</c:v>
                </c:pt>
                <c:pt idx="33">
                  <c:v>0.4125</c:v>
                </c:pt>
                <c:pt idx="34">
                  <c:v>0.425</c:v>
                </c:pt>
                <c:pt idx="35">
                  <c:v>0.4375</c:v>
                </c:pt>
                <c:pt idx="36">
                  <c:v>0.45</c:v>
                </c:pt>
                <c:pt idx="37">
                  <c:v>0.4625</c:v>
                </c:pt>
                <c:pt idx="38">
                  <c:v>0.475</c:v>
                </c:pt>
                <c:pt idx="39">
                  <c:v>0.4875</c:v>
                </c:pt>
                <c:pt idx="40">
                  <c:v>0.5</c:v>
                </c:pt>
                <c:pt idx="41">
                  <c:v>0.5125</c:v>
                </c:pt>
                <c:pt idx="42">
                  <c:v>0.525</c:v>
                </c:pt>
                <c:pt idx="43">
                  <c:v>0.5375</c:v>
                </c:pt>
                <c:pt idx="44">
                  <c:v>0.55</c:v>
                </c:pt>
                <c:pt idx="45">
                  <c:v>0.5625</c:v>
                </c:pt>
                <c:pt idx="46">
                  <c:v>0.575</c:v>
                </c:pt>
                <c:pt idx="47">
                  <c:v>0.5875</c:v>
                </c:pt>
                <c:pt idx="48">
                  <c:v>0.6</c:v>
                </c:pt>
                <c:pt idx="49">
                  <c:v>0.6125</c:v>
                </c:pt>
                <c:pt idx="50">
                  <c:v>0.625</c:v>
                </c:pt>
                <c:pt idx="51">
                  <c:v>0.6375</c:v>
                </c:pt>
                <c:pt idx="52">
                  <c:v>0.65</c:v>
                </c:pt>
                <c:pt idx="53">
                  <c:v>0.6625</c:v>
                </c:pt>
                <c:pt idx="54">
                  <c:v>0.675</c:v>
                </c:pt>
                <c:pt idx="55">
                  <c:v>0.6875</c:v>
                </c:pt>
                <c:pt idx="56">
                  <c:v>0.7</c:v>
                </c:pt>
                <c:pt idx="57">
                  <c:v>0.7125</c:v>
                </c:pt>
                <c:pt idx="58">
                  <c:v>0.725</c:v>
                </c:pt>
                <c:pt idx="59">
                  <c:v>0.7375</c:v>
                </c:pt>
                <c:pt idx="60">
                  <c:v>0.75</c:v>
                </c:pt>
                <c:pt idx="61">
                  <c:v>0.7625</c:v>
                </c:pt>
                <c:pt idx="62">
                  <c:v>0.775</c:v>
                </c:pt>
                <c:pt idx="63">
                  <c:v>0.7875</c:v>
                </c:pt>
                <c:pt idx="64">
                  <c:v>0.8</c:v>
                </c:pt>
                <c:pt idx="65">
                  <c:v>0.8125</c:v>
                </c:pt>
                <c:pt idx="66">
                  <c:v>0.825</c:v>
                </c:pt>
                <c:pt idx="67">
                  <c:v>0.8375</c:v>
                </c:pt>
                <c:pt idx="68">
                  <c:v>0.85</c:v>
                </c:pt>
                <c:pt idx="69">
                  <c:v>0.8625</c:v>
                </c:pt>
                <c:pt idx="70">
                  <c:v>0.875</c:v>
                </c:pt>
                <c:pt idx="71">
                  <c:v>0.8875</c:v>
                </c:pt>
                <c:pt idx="72">
                  <c:v>0.9</c:v>
                </c:pt>
                <c:pt idx="73">
                  <c:v>0.9125</c:v>
                </c:pt>
                <c:pt idx="74">
                  <c:v>0.925</c:v>
                </c:pt>
                <c:pt idx="75">
                  <c:v>0.9375</c:v>
                </c:pt>
                <c:pt idx="76">
                  <c:v>0.95</c:v>
                </c:pt>
                <c:pt idx="77">
                  <c:v>0.9625</c:v>
                </c:pt>
                <c:pt idx="78">
                  <c:v>0.975</c:v>
                </c:pt>
                <c:pt idx="79">
                  <c:v>0.9875</c:v>
                </c:pt>
                <c:pt idx="80">
                  <c:v>1</c:v>
                </c:pt>
                <c:pt idx="81">
                  <c:v>1.0125</c:v>
                </c:pt>
                <c:pt idx="82">
                  <c:v>1.025</c:v>
                </c:pt>
                <c:pt idx="83">
                  <c:v>1.0375</c:v>
                </c:pt>
                <c:pt idx="84">
                  <c:v>1.05</c:v>
                </c:pt>
                <c:pt idx="85">
                  <c:v>1.0625</c:v>
                </c:pt>
                <c:pt idx="86">
                  <c:v>1.075</c:v>
                </c:pt>
                <c:pt idx="87">
                  <c:v>1.0875</c:v>
                </c:pt>
                <c:pt idx="88">
                  <c:v>1.1</c:v>
                </c:pt>
                <c:pt idx="89">
                  <c:v>1.1125</c:v>
                </c:pt>
                <c:pt idx="90">
                  <c:v>1.125</c:v>
                </c:pt>
                <c:pt idx="91">
                  <c:v>1.1375</c:v>
                </c:pt>
                <c:pt idx="92">
                  <c:v>1.15</c:v>
                </c:pt>
                <c:pt idx="93">
                  <c:v>1.1625</c:v>
                </c:pt>
                <c:pt idx="94">
                  <c:v>1.175</c:v>
                </c:pt>
                <c:pt idx="95">
                  <c:v>1.1875</c:v>
                </c:pt>
                <c:pt idx="96">
                  <c:v>1.2</c:v>
                </c:pt>
                <c:pt idx="97">
                  <c:v>1.2125</c:v>
                </c:pt>
                <c:pt idx="98">
                  <c:v>1.225</c:v>
                </c:pt>
                <c:pt idx="99">
                  <c:v>1.2375</c:v>
                </c:pt>
                <c:pt idx="100">
                  <c:v>1.25</c:v>
                </c:pt>
                <c:pt idx="101">
                  <c:v>1.2625</c:v>
                </c:pt>
                <c:pt idx="102">
                  <c:v>1.275</c:v>
                </c:pt>
                <c:pt idx="103">
                  <c:v>1.2875</c:v>
                </c:pt>
                <c:pt idx="104">
                  <c:v>1.3</c:v>
                </c:pt>
                <c:pt idx="105">
                  <c:v>1.3125</c:v>
                </c:pt>
                <c:pt idx="106">
                  <c:v>1.325</c:v>
                </c:pt>
                <c:pt idx="107">
                  <c:v>1.3375</c:v>
                </c:pt>
                <c:pt idx="108">
                  <c:v>1.35</c:v>
                </c:pt>
                <c:pt idx="109">
                  <c:v>1.3625</c:v>
                </c:pt>
                <c:pt idx="110">
                  <c:v>1.375</c:v>
                </c:pt>
                <c:pt idx="111">
                  <c:v>1.3875</c:v>
                </c:pt>
                <c:pt idx="112">
                  <c:v>1.4</c:v>
                </c:pt>
                <c:pt idx="113">
                  <c:v>1.4125</c:v>
                </c:pt>
                <c:pt idx="114">
                  <c:v>1.425</c:v>
                </c:pt>
                <c:pt idx="115">
                  <c:v>1.4375</c:v>
                </c:pt>
                <c:pt idx="116">
                  <c:v>1.45</c:v>
                </c:pt>
                <c:pt idx="117">
                  <c:v>1.4625</c:v>
                </c:pt>
                <c:pt idx="118">
                  <c:v>1.475</c:v>
                </c:pt>
                <c:pt idx="119">
                  <c:v>1.4875</c:v>
                </c:pt>
                <c:pt idx="120">
                  <c:v>1.5</c:v>
                </c:pt>
                <c:pt idx="121">
                  <c:v>1.5125</c:v>
                </c:pt>
                <c:pt idx="122">
                  <c:v>1.525</c:v>
                </c:pt>
                <c:pt idx="123">
                  <c:v>1.5375</c:v>
                </c:pt>
                <c:pt idx="124">
                  <c:v>1.55</c:v>
                </c:pt>
                <c:pt idx="125">
                  <c:v>1.5625</c:v>
                </c:pt>
                <c:pt idx="126">
                  <c:v>1.575</c:v>
                </c:pt>
                <c:pt idx="127">
                  <c:v>1.5875</c:v>
                </c:pt>
                <c:pt idx="128">
                  <c:v>1.6</c:v>
                </c:pt>
                <c:pt idx="129">
                  <c:v>1.6125</c:v>
                </c:pt>
                <c:pt idx="130">
                  <c:v>1.625</c:v>
                </c:pt>
                <c:pt idx="131">
                  <c:v>1.6375</c:v>
                </c:pt>
                <c:pt idx="132">
                  <c:v>1.65</c:v>
                </c:pt>
                <c:pt idx="133">
                  <c:v>1.6625</c:v>
                </c:pt>
                <c:pt idx="134">
                  <c:v>1.675</c:v>
                </c:pt>
                <c:pt idx="135">
                  <c:v>1.6875</c:v>
                </c:pt>
                <c:pt idx="136">
                  <c:v>1.7</c:v>
                </c:pt>
                <c:pt idx="137">
                  <c:v>1.7125</c:v>
                </c:pt>
                <c:pt idx="138">
                  <c:v>1.725</c:v>
                </c:pt>
                <c:pt idx="139">
                  <c:v>1.7375</c:v>
                </c:pt>
                <c:pt idx="140">
                  <c:v>1.75</c:v>
                </c:pt>
                <c:pt idx="141">
                  <c:v>1.7625</c:v>
                </c:pt>
                <c:pt idx="142">
                  <c:v>1.775</c:v>
                </c:pt>
                <c:pt idx="143">
                  <c:v>1.7875</c:v>
                </c:pt>
                <c:pt idx="144">
                  <c:v>1.8</c:v>
                </c:pt>
                <c:pt idx="145">
                  <c:v>1.8125</c:v>
                </c:pt>
                <c:pt idx="146">
                  <c:v>1.825</c:v>
                </c:pt>
                <c:pt idx="147">
                  <c:v>1.8375</c:v>
                </c:pt>
                <c:pt idx="148">
                  <c:v>1.85</c:v>
                </c:pt>
                <c:pt idx="149">
                  <c:v>1.8625</c:v>
                </c:pt>
                <c:pt idx="150">
                  <c:v>1.875</c:v>
                </c:pt>
                <c:pt idx="151">
                  <c:v>1.8875</c:v>
                </c:pt>
                <c:pt idx="152">
                  <c:v>1.9</c:v>
                </c:pt>
                <c:pt idx="153">
                  <c:v>1.9125</c:v>
                </c:pt>
                <c:pt idx="154">
                  <c:v>1.925</c:v>
                </c:pt>
                <c:pt idx="155">
                  <c:v>1.9375</c:v>
                </c:pt>
                <c:pt idx="156">
                  <c:v>1.95</c:v>
                </c:pt>
                <c:pt idx="157">
                  <c:v>1.9625</c:v>
                </c:pt>
                <c:pt idx="158">
                  <c:v>1.975</c:v>
                </c:pt>
                <c:pt idx="159">
                  <c:v>1.9875</c:v>
                </c:pt>
                <c:pt idx="160">
                  <c:v>2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0.313836383</c:v>
                </c:pt>
                <c:pt idx="2">
                  <c:v>0.62573786</c:v>
                </c:pt>
                <c:pt idx="3">
                  <c:v>0.933781455</c:v>
                </c:pt>
                <c:pt idx="4">
                  <c:v>1.236067977</c:v>
                </c:pt>
                <c:pt idx="5">
                  <c:v>1.530733729</c:v>
                </c:pt>
                <c:pt idx="6">
                  <c:v>1.815961999</c:v>
                </c:pt>
                <c:pt idx="7">
                  <c:v>2.089994259</c:v>
                </c:pt>
                <c:pt idx="8">
                  <c:v>2.351141009</c:v>
                </c:pt>
                <c:pt idx="9">
                  <c:v>2.597792193</c:v>
                </c:pt>
                <c:pt idx="10">
                  <c:v>2.828427125</c:v>
                </c:pt>
                <c:pt idx="11">
                  <c:v>3.041623862</c:v>
                </c:pt>
                <c:pt idx="12">
                  <c:v>3.236067977</c:v>
                </c:pt>
                <c:pt idx="13">
                  <c:v>3.410560657</c:v>
                </c:pt>
                <c:pt idx="14">
                  <c:v>3.564026097</c:v>
                </c:pt>
                <c:pt idx="15">
                  <c:v>3.69551813</c:v>
                </c:pt>
                <c:pt idx="16">
                  <c:v>3.804226065</c:v>
                </c:pt>
                <c:pt idx="17">
                  <c:v>3.889479682</c:v>
                </c:pt>
                <c:pt idx="18">
                  <c:v>3.950753362</c:v>
                </c:pt>
                <c:pt idx="19">
                  <c:v>3.987669335</c:v>
                </c:pt>
                <c:pt idx="20">
                  <c:v>4</c:v>
                </c:pt>
                <c:pt idx="21">
                  <c:v>3.987669335</c:v>
                </c:pt>
                <c:pt idx="22">
                  <c:v>3.950753362</c:v>
                </c:pt>
                <c:pt idx="23">
                  <c:v>3.889479682</c:v>
                </c:pt>
                <c:pt idx="24">
                  <c:v>3.804226065</c:v>
                </c:pt>
                <c:pt idx="25">
                  <c:v>3.69551813</c:v>
                </c:pt>
                <c:pt idx="26">
                  <c:v>3.564026097</c:v>
                </c:pt>
                <c:pt idx="27">
                  <c:v>3.410560657</c:v>
                </c:pt>
                <c:pt idx="28">
                  <c:v>3.236067977</c:v>
                </c:pt>
                <c:pt idx="29">
                  <c:v>3.041623862</c:v>
                </c:pt>
                <c:pt idx="30">
                  <c:v>2.828427125</c:v>
                </c:pt>
                <c:pt idx="31">
                  <c:v>2.597792193</c:v>
                </c:pt>
                <c:pt idx="32">
                  <c:v>2.351141009</c:v>
                </c:pt>
                <c:pt idx="33">
                  <c:v>2.089994259</c:v>
                </c:pt>
                <c:pt idx="34">
                  <c:v>1.815961999</c:v>
                </c:pt>
                <c:pt idx="35">
                  <c:v>1.530733729</c:v>
                </c:pt>
                <c:pt idx="36">
                  <c:v>1.236067977</c:v>
                </c:pt>
                <c:pt idx="37">
                  <c:v>0.933781455</c:v>
                </c:pt>
                <c:pt idx="38">
                  <c:v>0.62573786</c:v>
                </c:pt>
                <c:pt idx="39">
                  <c:v>0.313836383</c:v>
                </c:pt>
                <c:pt idx="40">
                  <c:v>0</c:v>
                </c:pt>
                <c:pt idx="41">
                  <c:v>-0.313836383</c:v>
                </c:pt>
                <c:pt idx="42">
                  <c:v>-0.62573786</c:v>
                </c:pt>
                <c:pt idx="43">
                  <c:v>-0.933781455</c:v>
                </c:pt>
                <c:pt idx="44">
                  <c:v>-1.236067977</c:v>
                </c:pt>
                <c:pt idx="45">
                  <c:v>-1.530733729</c:v>
                </c:pt>
                <c:pt idx="46">
                  <c:v>-1.815961999</c:v>
                </c:pt>
                <c:pt idx="47">
                  <c:v>-2.089994259</c:v>
                </c:pt>
                <c:pt idx="48">
                  <c:v>-2.351141009</c:v>
                </c:pt>
                <c:pt idx="49">
                  <c:v>-2.597792193</c:v>
                </c:pt>
                <c:pt idx="50">
                  <c:v>-2.828427125</c:v>
                </c:pt>
                <c:pt idx="51">
                  <c:v>-3.041623862</c:v>
                </c:pt>
                <c:pt idx="52">
                  <c:v>-3.236067977</c:v>
                </c:pt>
                <c:pt idx="53">
                  <c:v>-3.410560657</c:v>
                </c:pt>
                <c:pt idx="54">
                  <c:v>-3.564026097</c:v>
                </c:pt>
                <c:pt idx="55">
                  <c:v>-3.69551813</c:v>
                </c:pt>
                <c:pt idx="56">
                  <c:v>-3.804226065</c:v>
                </c:pt>
                <c:pt idx="57">
                  <c:v>-3.889479682</c:v>
                </c:pt>
                <c:pt idx="58">
                  <c:v>-3.950753362</c:v>
                </c:pt>
                <c:pt idx="59">
                  <c:v>-3.987669335</c:v>
                </c:pt>
                <c:pt idx="60">
                  <c:v>-4</c:v>
                </c:pt>
                <c:pt idx="61">
                  <c:v>-3.987669335</c:v>
                </c:pt>
                <c:pt idx="62">
                  <c:v>-3.950753362</c:v>
                </c:pt>
                <c:pt idx="63">
                  <c:v>-3.889479682</c:v>
                </c:pt>
                <c:pt idx="64">
                  <c:v>-3.804226065</c:v>
                </c:pt>
                <c:pt idx="65">
                  <c:v>-3.69551813</c:v>
                </c:pt>
                <c:pt idx="66">
                  <c:v>-3.564026097</c:v>
                </c:pt>
                <c:pt idx="67">
                  <c:v>-3.410560657</c:v>
                </c:pt>
                <c:pt idx="68">
                  <c:v>-3.236067977</c:v>
                </c:pt>
                <c:pt idx="69">
                  <c:v>-3.041623862</c:v>
                </c:pt>
                <c:pt idx="70">
                  <c:v>-2.828427125</c:v>
                </c:pt>
                <c:pt idx="71">
                  <c:v>-2.597792193</c:v>
                </c:pt>
                <c:pt idx="72">
                  <c:v>-2.351141009</c:v>
                </c:pt>
                <c:pt idx="73">
                  <c:v>-2.089994259</c:v>
                </c:pt>
                <c:pt idx="74">
                  <c:v>-1.815961999</c:v>
                </c:pt>
                <c:pt idx="75">
                  <c:v>-1.530733729</c:v>
                </c:pt>
                <c:pt idx="76">
                  <c:v>-1.236067977</c:v>
                </c:pt>
                <c:pt idx="77">
                  <c:v>-0.933781455</c:v>
                </c:pt>
                <c:pt idx="78">
                  <c:v>-0.62573786</c:v>
                </c:pt>
                <c:pt idx="79">
                  <c:v>-0.313836383</c:v>
                </c:pt>
                <c:pt idx="80">
                  <c:v>-0</c:v>
                </c:pt>
                <c:pt idx="81">
                  <c:v>0.313836383</c:v>
                </c:pt>
                <c:pt idx="82">
                  <c:v>0.62573786</c:v>
                </c:pt>
                <c:pt idx="83">
                  <c:v>0.933781455</c:v>
                </c:pt>
                <c:pt idx="84">
                  <c:v>1.236067977</c:v>
                </c:pt>
                <c:pt idx="85">
                  <c:v>1.530733729</c:v>
                </c:pt>
                <c:pt idx="86">
                  <c:v>1.815961999</c:v>
                </c:pt>
                <c:pt idx="87">
                  <c:v>2.089994259</c:v>
                </c:pt>
                <c:pt idx="88">
                  <c:v>2.351141009</c:v>
                </c:pt>
                <c:pt idx="89">
                  <c:v>2.597792193</c:v>
                </c:pt>
                <c:pt idx="90">
                  <c:v>2.828427125</c:v>
                </c:pt>
                <c:pt idx="91">
                  <c:v>3.041623862</c:v>
                </c:pt>
                <c:pt idx="92">
                  <c:v>3.236067977</c:v>
                </c:pt>
                <c:pt idx="93">
                  <c:v>3.410560657</c:v>
                </c:pt>
                <c:pt idx="94">
                  <c:v>3.564026097</c:v>
                </c:pt>
                <c:pt idx="95">
                  <c:v>3.69551813</c:v>
                </c:pt>
                <c:pt idx="96">
                  <c:v>3.804226065</c:v>
                </c:pt>
                <c:pt idx="97">
                  <c:v>3.889479682</c:v>
                </c:pt>
                <c:pt idx="98">
                  <c:v>3.950753362</c:v>
                </c:pt>
                <c:pt idx="99">
                  <c:v>3.987669335</c:v>
                </c:pt>
                <c:pt idx="100">
                  <c:v>4</c:v>
                </c:pt>
                <c:pt idx="101">
                  <c:v>3.987669335</c:v>
                </c:pt>
                <c:pt idx="102">
                  <c:v>3.950753362</c:v>
                </c:pt>
                <c:pt idx="103">
                  <c:v>3.889479682</c:v>
                </c:pt>
                <c:pt idx="104">
                  <c:v>3.804226065</c:v>
                </c:pt>
                <c:pt idx="105">
                  <c:v>3.69551813</c:v>
                </c:pt>
                <c:pt idx="106">
                  <c:v>3.564026097</c:v>
                </c:pt>
                <c:pt idx="107">
                  <c:v>3.410560657</c:v>
                </c:pt>
                <c:pt idx="108">
                  <c:v>3.236067977</c:v>
                </c:pt>
                <c:pt idx="109">
                  <c:v>3.041623862</c:v>
                </c:pt>
                <c:pt idx="110">
                  <c:v>2.828427125</c:v>
                </c:pt>
                <c:pt idx="111">
                  <c:v>2.597792193</c:v>
                </c:pt>
                <c:pt idx="112">
                  <c:v>2.351141009</c:v>
                </c:pt>
                <c:pt idx="113">
                  <c:v>2.089994259</c:v>
                </c:pt>
                <c:pt idx="114">
                  <c:v>1.815961999</c:v>
                </c:pt>
                <c:pt idx="115">
                  <c:v>1.530733729</c:v>
                </c:pt>
                <c:pt idx="116">
                  <c:v>1.236067977</c:v>
                </c:pt>
                <c:pt idx="117">
                  <c:v>0.933781455</c:v>
                </c:pt>
                <c:pt idx="118">
                  <c:v>0.62573786</c:v>
                </c:pt>
                <c:pt idx="119">
                  <c:v>0.313836383</c:v>
                </c:pt>
                <c:pt idx="120">
                  <c:v>0</c:v>
                </c:pt>
                <c:pt idx="121">
                  <c:v>-0.313836383</c:v>
                </c:pt>
                <c:pt idx="122">
                  <c:v>-0.62573786</c:v>
                </c:pt>
                <c:pt idx="123">
                  <c:v>-0.933781455</c:v>
                </c:pt>
                <c:pt idx="124">
                  <c:v>-1.236067977</c:v>
                </c:pt>
                <c:pt idx="125">
                  <c:v>-1.530733729</c:v>
                </c:pt>
                <c:pt idx="126">
                  <c:v>-1.815961999</c:v>
                </c:pt>
                <c:pt idx="127">
                  <c:v>-2.089994259</c:v>
                </c:pt>
                <c:pt idx="128">
                  <c:v>-2.351141009</c:v>
                </c:pt>
                <c:pt idx="129">
                  <c:v>-2.597792193</c:v>
                </c:pt>
                <c:pt idx="130">
                  <c:v>-2.828427125</c:v>
                </c:pt>
                <c:pt idx="131">
                  <c:v>-3.041623862</c:v>
                </c:pt>
                <c:pt idx="132">
                  <c:v>-3.236067977</c:v>
                </c:pt>
                <c:pt idx="133">
                  <c:v>-3.410560657</c:v>
                </c:pt>
                <c:pt idx="134">
                  <c:v>-3.564026097</c:v>
                </c:pt>
                <c:pt idx="135">
                  <c:v>-3.69551813</c:v>
                </c:pt>
                <c:pt idx="136">
                  <c:v>-3.804226065</c:v>
                </c:pt>
                <c:pt idx="137">
                  <c:v>-3.889479682</c:v>
                </c:pt>
                <c:pt idx="138">
                  <c:v>-3.950753362</c:v>
                </c:pt>
                <c:pt idx="139">
                  <c:v>-3.987669335</c:v>
                </c:pt>
                <c:pt idx="140">
                  <c:v>-4</c:v>
                </c:pt>
                <c:pt idx="141">
                  <c:v>-3.987669335</c:v>
                </c:pt>
                <c:pt idx="142">
                  <c:v>-3.950753362</c:v>
                </c:pt>
                <c:pt idx="143">
                  <c:v>-3.889479682</c:v>
                </c:pt>
                <c:pt idx="144">
                  <c:v>-3.804226065</c:v>
                </c:pt>
                <c:pt idx="145">
                  <c:v>-3.69551813</c:v>
                </c:pt>
                <c:pt idx="146">
                  <c:v>-3.564026097</c:v>
                </c:pt>
                <c:pt idx="147">
                  <c:v>-3.410560657</c:v>
                </c:pt>
                <c:pt idx="148">
                  <c:v>-3.236067977</c:v>
                </c:pt>
                <c:pt idx="149">
                  <c:v>-3.041623862</c:v>
                </c:pt>
                <c:pt idx="150">
                  <c:v>-2.828427125</c:v>
                </c:pt>
                <c:pt idx="151">
                  <c:v>-2.597792193</c:v>
                </c:pt>
                <c:pt idx="152">
                  <c:v>-2.351141009</c:v>
                </c:pt>
                <c:pt idx="153">
                  <c:v>-2.089994259</c:v>
                </c:pt>
                <c:pt idx="154">
                  <c:v>-1.815961999</c:v>
                </c:pt>
                <c:pt idx="155">
                  <c:v>-1.530733729</c:v>
                </c:pt>
                <c:pt idx="156">
                  <c:v>-1.236067977</c:v>
                </c:pt>
                <c:pt idx="157">
                  <c:v>-0.933781455</c:v>
                </c:pt>
                <c:pt idx="158">
                  <c:v>-0.62573786</c:v>
                </c:pt>
                <c:pt idx="159">
                  <c:v>-0.313836383</c:v>
                </c:pt>
                <c:pt idx="160">
                  <c:v>-0</c:v>
                </c:pt>
              </c:numCache>
            </c:numRef>
          </c:yVal>
          <c:smooth val="1"/>
        </c:ser>
        <c:axId val="48650112"/>
        <c:axId val="48672768"/>
      </c:scatterChart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y in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t in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smooth"/>
        <c:varyColors val="0"/>
        <c:ser>
          <c:idx val="0"/>
          <c:order val="0"/>
          <c:tx>
            <c:v>Auslenkung</c:v>
          </c:tx>
          <c:spPr>
            <a:ln xmlns:a="http://schemas.openxmlformats.org/drawingml/2006/main" w="28575">
              <a:solidFill>
                <a:srgbClr val="2E7D8C"/>
              </a:solidFill>
              <a:prstDash val="solid"/>
            </a:ln>
          </c:spPr>
          <c:marker>
            <c:symbol val="none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0.0125</c:v>
                </c:pt>
                <c:pt idx="2">
                  <c:v>0.025</c:v>
                </c:pt>
                <c:pt idx="3">
                  <c:v>0.0375</c:v>
                </c:pt>
                <c:pt idx="4">
                  <c:v>0.05</c:v>
                </c:pt>
                <c:pt idx="5">
                  <c:v>0.0625</c:v>
                </c:pt>
                <c:pt idx="6">
                  <c:v>0.075</c:v>
                </c:pt>
                <c:pt idx="7">
                  <c:v>0.0875</c:v>
                </c:pt>
                <c:pt idx="8">
                  <c:v>0.1</c:v>
                </c:pt>
                <c:pt idx="9">
                  <c:v>0.1125</c:v>
                </c:pt>
                <c:pt idx="10">
                  <c:v>0.125</c:v>
                </c:pt>
                <c:pt idx="11">
                  <c:v>0.1375</c:v>
                </c:pt>
                <c:pt idx="12">
                  <c:v>0.15</c:v>
                </c:pt>
                <c:pt idx="13">
                  <c:v>0.1625</c:v>
                </c:pt>
                <c:pt idx="14">
                  <c:v>0.175</c:v>
                </c:pt>
                <c:pt idx="15">
                  <c:v>0.1875</c:v>
                </c:pt>
                <c:pt idx="16">
                  <c:v>0.2</c:v>
                </c:pt>
                <c:pt idx="17">
                  <c:v>0.2125</c:v>
                </c:pt>
                <c:pt idx="18">
                  <c:v>0.225</c:v>
                </c:pt>
                <c:pt idx="19">
                  <c:v>0.2375</c:v>
                </c:pt>
                <c:pt idx="20">
                  <c:v>0.25</c:v>
                </c:pt>
                <c:pt idx="21">
                  <c:v>0.2625</c:v>
                </c:pt>
                <c:pt idx="22">
                  <c:v>0.275</c:v>
                </c:pt>
                <c:pt idx="23">
                  <c:v>0.2875</c:v>
                </c:pt>
                <c:pt idx="24">
                  <c:v>0.3</c:v>
                </c:pt>
                <c:pt idx="25">
                  <c:v>0.3125</c:v>
                </c:pt>
                <c:pt idx="26">
                  <c:v>0.325</c:v>
                </c:pt>
                <c:pt idx="27">
                  <c:v>0.3375</c:v>
                </c:pt>
                <c:pt idx="28">
                  <c:v>0.35</c:v>
                </c:pt>
                <c:pt idx="29">
                  <c:v>0.3625</c:v>
                </c:pt>
                <c:pt idx="30">
                  <c:v>0.375</c:v>
                </c:pt>
                <c:pt idx="31">
                  <c:v>0.3875</c:v>
                </c:pt>
                <c:pt idx="32">
                  <c:v>0.4</c:v>
                </c:pt>
                <c:pt idx="33">
                  <c:v>0.4125</c:v>
                </c:pt>
                <c:pt idx="34">
                  <c:v>0.425</c:v>
                </c:pt>
                <c:pt idx="35">
                  <c:v>0.4375</c:v>
                </c:pt>
                <c:pt idx="36">
                  <c:v>0.45</c:v>
                </c:pt>
                <c:pt idx="37">
                  <c:v>0.4625</c:v>
                </c:pt>
                <c:pt idx="38">
                  <c:v>0.475</c:v>
                </c:pt>
                <c:pt idx="39">
                  <c:v>0.4875</c:v>
                </c:pt>
                <c:pt idx="40">
                  <c:v>0.5</c:v>
                </c:pt>
                <c:pt idx="41">
                  <c:v>0.5125</c:v>
                </c:pt>
                <c:pt idx="42">
                  <c:v>0.525</c:v>
                </c:pt>
                <c:pt idx="43">
                  <c:v>0.5375</c:v>
                </c:pt>
                <c:pt idx="44">
                  <c:v>0.55</c:v>
                </c:pt>
                <c:pt idx="45">
                  <c:v>0.5625</c:v>
                </c:pt>
                <c:pt idx="46">
                  <c:v>0.575</c:v>
                </c:pt>
                <c:pt idx="47">
                  <c:v>0.5875</c:v>
                </c:pt>
                <c:pt idx="48">
                  <c:v>0.6</c:v>
                </c:pt>
                <c:pt idx="49">
                  <c:v>0.6125</c:v>
                </c:pt>
                <c:pt idx="50">
                  <c:v>0.625</c:v>
                </c:pt>
                <c:pt idx="51">
                  <c:v>0.6375</c:v>
                </c:pt>
                <c:pt idx="52">
                  <c:v>0.65</c:v>
                </c:pt>
                <c:pt idx="53">
                  <c:v>0.6625</c:v>
                </c:pt>
                <c:pt idx="54">
                  <c:v>0.675</c:v>
                </c:pt>
                <c:pt idx="55">
                  <c:v>0.6875</c:v>
                </c:pt>
                <c:pt idx="56">
                  <c:v>0.7</c:v>
                </c:pt>
                <c:pt idx="57">
                  <c:v>0.7125</c:v>
                </c:pt>
                <c:pt idx="58">
                  <c:v>0.725</c:v>
                </c:pt>
                <c:pt idx="59">
                  <c:v>0.7375</c:v>
                </c:pt>
                <c:pt idx="60">
                  <c:v>0.75</c:v>
                </c:pt>
                <c:pt idx="61">
                  <c:v>0.7625</c:v>
                </c:pt>
                <c:pt idx="62">
                  <c:v>0.775</c:v>
                </c:pt>
                <c:pt idx="63">
                  <c:v>0.7875</c:v>
                </c:pt>
                <c:pt idx="64">
                  <c:v>0.8</c:v>
                </c:pt>
                <c:pt idx="65">
                  <c:v>0.8125</c:v>
                </c:pt>
                <c:pt idx="66">
                  <c:v>0.825</c:v>
                </c:pt>
                <c:pt idx="67">
                  <c:v>0.8375</c:v>
                </c:pt>
                <c:pt idx="68">
                  <c:v>0.85</c:v>
                </c:pt>
                <c:pt idx="69">
                  <c:v>0.8625</c:v>
                </c:pt>
                <c:pt idx="70">
                  <c:v>0.875</c:v>
                </c:pt>
                <c:pt idx="71">
                  <c:v>0.8875</c:v>
                </c:pt>
                <c:pt idx="72">
                  <c:v>0.9</c:v>
                </c:pt>
                <c:pt idx="73">
                  <c:v>0.9125</c:v>
                </c:pt>
                <c:pt idx="74">
                  <c:v>0.925</c:v>
                </c:pt>
                <c:pt idx="75">
                  <c:v>0.9375</c:v>
                </c:pt>
                <c:pt idx="76">
                  <c:v>0.95</c:v>
                </c:pt>
                <c:pt idx="77">
                  <c:v>0.9625</c:v>
                </c:pt>
                <c:pt idx="78">
                  <c:v>0.975</c:v>
                </c:pt>
                <c:pt idx="79">
                  <c:v>0.9875</c:v>
                </c:pt>
                <c:pt idx="80">
                  <c:v>1</c:v>
                </c:pt>
                <c:pt idx="81">
                  <c:v>1.0125</c:v>
                </c:pt>
                <c:pt idx="82">
                  <c:v>1.025</c:v>
                </c:pt>
                <c:pt idx="83">
                  <c:v>1.0375</c:v>
                </c:pt>
                <c:pt idx="84">
                  <c:v>1.05</c:v>
                </c:pt>
                <c:pt idx="85">
                  <c:v>1.0625</c:v>
                </c:pt>
                <c:pt idx="86">
                  <c:v>1.075</c:v>
                </c:pt>
                <c:pt idx="87">
                  <c:v>1.0875</c:v>
                </c:pt>
                <c:pt idx="88">
                  <c:v>1.1</c:v>
                </c:pt>
                <c:pt idx="89">
                  <c:v>1.1125</c:v>
                </c:pt>
                <c:pt idx="90">
                  <c:v>1.125</c:v>
                </c:pt>
                <c:pt idx="91">
                  <c:v>1.1375</c:v>
                </c:pt>
                <c:pt idx="92">
                  <c:v>1.15</c:v>
                </c:pt>
                <c:pt idx="93">
                  <c:v>1.1625</c:v>
                </c:pt>
                <c:pt idx="94">
                  <c:v>1.175</c:v>
                </c:pt>
                <c:pt idx="95">
                  <c:v>1.1875</c:v>
                </c:pt>
                <c:pt idx="96">
                  <c:v>1.2</c:v>
                </c:pt>
                <c:pt idx="97">
                  <c:v>1.2125</c:v>
                </c:pt>
                <c:pt idx="98">
                  <c:v>1.225</c:v>
                </c:pt>
                <c:pt idx="99">
                  <c:v>1.2375</c:v>
                </c:pt>
                <c:pt idx="100">
                  <c:v>1.25</c:v>
                </c:pt>
                <c:pt idx="101">
                  <c:v>1.2625</c:v>
                </c:pt>
                <c:pt idx="102">
                  <c:v>1.275</c:v>
                </c:pt>
                <c:pt idx="103">
                  <c:v>1.2875</c:v>
                </c:pt>
                <c:pt idx="104">
                  <c:v>1.3</c:v>
                </c:pt>
                <c:pt idx="105">
                  <c:v>1.3125</c:v>
                </c:pt>
                <c:pt idx="106">
                  <c:v>1.325</c:v>
                </c:pt>
                <c:pt idx="107">
                  <c:v>1.3375</c:v>
                </c:pt>
                <c:pt idx="108">
                  <c:v>1.35</c:v>
                </c:pt>
                <c:pt idx="109">
                  <c:v>1.3625</c:v>
                </c:pt>
                <c:pt idx="110">
                  <c:v>1.375</c:v>
                </c:pt>
                <c:pt idx="111">
                  <c:v>1.3875</c:v>
                </c:pt>
                <c:pt idx="112">
                  <c:v>1.4</c:v>
                </c:pt>
                <c:pt idx="113">
                  <c:v>1.4125</c:v>
                </c:pt>
                <c:pt idx="114">
                  <c:v>1.425</c:v>
                </c:pt>
                <c:pt idx="115">
                  <c:v>1.4375</c:v>
                </c:pt>
                <c:pt idx="116">
                  <c:v>1.45</c:v>
                </c:pt>
                <c:pt idx="117">
                  <c:v>1.4625</c:v>
                </c:pt>
                <c:pt idx="118">
                  <c:v>1.475</c:v>
                </c:pt>
                <c:pt idx="119">
                  <c:v>1.4875</c:v>
                </c:pt>
                <c:pt idx="120">
                  <c:v>1.5</c:v>
                </c:pt>
                <c:pt idx="121">
                  <c:v>1.5125</c:v>
                </c:pt>
                <c:pt idx="122">
                  <c:v>1.525</c:v>
                </c:pt>
                <c:pt idx="123">
                  <c:v>1.5375</c:v>
                </c:pt>
                <c:pt idx="124">
                  <c:v>1.55</c:v>
                </c:pt>
                <c:pt idx="125">
                  <c:v>1.5625</c:v>
                </c:pt>
                <c:pt idx="126">
                  <c:v>1.575</c:v>
                </c:pt>
                <c:pt idx="127">
                  <c:v>1.5875</c:v>
                </c:pt>
                <c:pt idx="128">
                  <c:v>1.6</c:v>
                </c:pt>
                <c:pt idx="129">
                  <c:v>1.6125</c:v>
                </c:pt>
                <c:pt idx="130">
                  <c:v>1.625</c:v>
                </c:pt>
                <c:pt idx="131">
                  <c:v>1.6375</c:v>
                </c:pt>
                <c:pt idx="132">
                  <c:v>1.65</c:v>
                </c:pt>
                <c:pt idx="133">
                  <c:v>1.6625</c:v>
                </c:pt>
                <c:pt idx="134">
                  <c:v>1.675</c:v>
                </c:pt>
                <c:pt idx="135">
                  <c:v>1.6875</c:v>
                </c:pt>
                <c:pt idx="136">
                  <c:v>1.7</c:v>
                </c:pt>
                <c:pt idx="137">
                  <c:v>1.7125</c:v>
                </c:pt>
                <c:pt idx="138">
                  <c:v>1.725</c:v>
                </c:pt>
                <c:pt idx="139">
                  <c:v>1.7375</c:v>
                </c:pt>
                <c:pt idx="140">
                  <c:v>1.75</c:v>
                </c:pt>
                <c:pt idx="141">
                  <c:v>1.7625</c:v>
                </c:pt>
                <c:pt idx="142">
                  <c:v>1.775</c:v>
                </c:pt>
                <c:pt idx="143">
                  <c:v>1.7875</c:v>
                </c:pt>
                <c:pt idx="144">
                  <c:v>1.8</c:v>
                </c:pt>
                <c:pt idx="145">
                  <c:v>1.8125</c:v>
                </c:pt>
                <c:pt idx="146">
                  <c:v>1.825</c:v>
                </c:pt>
                <c:pt idx="147">
                  <c:v>1.8375</c:v>
                </c:pt>
                <c:pt idx="148">
                  <c:v>1.85</c:v>
                </c:pt>
                <c:pt idx="149">
                  <c:v>1.8625</c:v>
                </c:pt>
                <c:pt idx="150">
                  <c:v>1.875</c:v>
                </c:pt>
                <c:pt idx="151">
                  <c:v>1.8875</c:v>
                </c:pt>
                <c:pt idx="152">
                  <c:v>1.9</c:v>
                </c:pt>
                <c:pt idx="153">
                  <c:v>1.9125</c:v>
                </c:pt>
                <c:pt idx="154">
                  <c:v>1.925</c:v>
                </c:pt>
                <c:pt idx="155">
                  <c:v>1.9375</c:v>
                </c:pt>
                <c:pt idx="156">
                  <c:v>1.95</c:v>
                </c:pt>
                <c:pt idx="157">
                  <c:v>1.9625</c:v>
                </c:pt>
                <c:pt idx="158">
                  <c:v>1.975</c:v>
                </c:pt>
                <c:pt idx="159">
                  <c:v>1.9875</c:v>
                </c:pt>
                <c:pt idx="160">
                  <c:v>2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0.294051421</c:v>
                </c:pt>
                <c:pt idx="2">
                  <c:v>0.585270966</c:v>
                </c:pt>
                <c:pt idx="3">
                  <c:v>0.870854032</c:v>
                </c:pt>
                <c:pt idx="4">
                  <c:v>1.148050297</c:v>
                </c:pt>
                <c:pt idx="5">
                  <c:v>1.41419021</c:v>
                </c:pt>
                <c:pt idx="6">
                  <c:v>1.666710699</c:v>
                </c:pt>
                <c:pt idx="7">
                  <c:v>1.903179852</c:v>
                </c:pt>
                <c:pt idx="8">
                  <c:v>2.121320344</c:v>
                </c:pt>
                <c:pt idx="9">
                  <c:v>2.31903136</c:v>
                </c:pt>
                <c:pt idx="10">
                  <c:v>2.494408837</c:v>
                </c:pt>
                <c:pt idx="11">
                  <c:v>2.645763793</c:v>
                </c:pt>
                <c:pt idx="12">
                  <c:v>2.771638598</c:v>
                </c:pt>
                <c:pt idx="13">
                  <c:v>2.870821007</c:v>
                </c:pt>
                <c:pt idx="14">
                  <c:v>2.942355841</c:v>
                </c:pt>
                <c:pt idx="15">
                  <c:v>2.98555418</c:v>
                </c:pt>
                <c:pt idx="16">
                  <c:v>3</c:v>
                </c:pt>
                <c:pt idx="17">
                  <c:v>2.98555418</c:v>
                </c:pt>
                <c:pt idx="18">
                  <c:v>2.942355841</c:v>
                </c:pt>
                <c:pt idx="19">
                  <c:v>2.870821007</c:v>
                </c:pt>
                <c:pt idx="20">
                  <c:v>2.771638598</c:v>
                </c:pt>
                <c:pt idx="21">
                  <c:v>2.645763793</c:v>
                </c:pt>
                <c:pt idx="22">
                  <c:v>2.494408837</c:v>
                </c:pt>
                <c:pt idx="23">
                  <c:v>2.31903136</c:v>
                </c:pt>
                <c:pt idx="24">
                  <c:v>2.121320344</c:v>
                </c:pt>
                <c:pt idx="25">
                  <c:v>1.903179852</c:v>
                </c:pt>
                <c:pt idx="26">
                  <c:v>1.666710699</c:v>
                </c:pt>
                <c:pt idx="27">
                  <c:v>1.41419021</c:v>
                </c:pt>
                <c:pt idx="28">
                  <c:v>1.148050297</c:v>
                </c:pt>
                <c:pt idx="29">
                  <c:v>0.870854032</c:v>
                </c:pt>
                <c:pt idx="30">
                  <c:v>0.585270966</c:v>
                </c:pt>
                <c:pt idx="31">
                  <c:v>0.294051421</c:v>
                </c:pt>
                <c:pt idx="32">
                  <c:v>0</c:v>
                </c:pt>
                <c:pt idx="33">
                  <c:v>-0.294051421</c:v>
                </c:pt>
                <c:pt idx="34">
                  <c:v>-0.585270966</c:v>
                </c:pt>
                <c:pt idx="35">
                  <c:v>-0.870854032</c:v>
                </c:pt>
                <c:pt idx="36">
                  <c:v>-1.148050297</c:v>
                </c:pt>
                <c:pt idx="37">
                  <c:v>-1.41419021</c:v>
                </c:pt>
                <c:pt idx="38">
                  <c:v>-1.666710699</c:v>
                </c:pt>
                <c:pt idx="39">
                  <c:v>-1.903179852</c:v>
                </c:pt>
                <c:pt idx="40">
                  <c:v>-2.121320344</c:v>
                </c:pt>
                <c:pt idx="41">
                  <c:v>-2.31903136</c:v>
                </c:pt>
                <c:pt idx="42">
                  <c:v>-2.494408837</c:v>
                </c:pt>
                <c:pt idx="43">
                  <c:v>-2.645763793</c:v>
                </c:pt>
                <c:pt idx="44">
                  <c:v>-2.771638598</c:v>
                </c:pt>
                <c:pt idx="45">
                  <c:v>-2.870821007</c:v>
                </c:pt>
                <c:pt idx="46">
                  <c:v>-2.942355841</c:v>
                </c:pt>
                <c:pt idx="47">
                  <c:v>-2.98555418</c:v>
                </c:pt>
                <c:pt idx="48">
                  <c:v>-3</c:v>
                </c:pt>
                <c:pt idx="49">
                  <c:v>-2.98555418</c:v>
                </c:pt>
                <c:pt idx="50">
                  <c:v>-2.942355841</c:v>
                </c:pt>
                <c:pt idx="51">
                  <c:v>-2.870821007</c:v>
                </c:pt>
                <c:pt idx="52">
                  <c:v>-2.771638598</c:v>
                </c:pt>
                <c:pt idx="53">
                  <c:v>-2.645763793</c:v>
                </c:pt>
                <c:pt idx="54">
                  <c:v>-2.494408837</c:v>
                </c:pt>
                <c:pt idx="55">
                  <c:v>-2.31903136</c:v>
                </c:pt>
                <c:pt idx="56">
                  <c:v>-2.121320344</c:v>
                </c:pt>
                <c:pt idx="57">
                  <c:v>-1.903179852</c:v>
                </c:pt>
                <c:pt idx="58">
                  <c:v>-1.666710699</c:v>
                </c:pt>
                <c:pt idx="59">
                  <c:v>-1.41419021</c:v>
                </c:pt>
                <c:pt idx="60">
                  <c:v>-1.148050297</c:v>
                </c:pt>
                <c:pt idx="61">
                  <c:v>-0.870854032</c:v>
                </c:pt>
                <c:pt idx="62">
                  <c:v>-0.585270966</c:v>
                </c:pt>
                <c:pt idx="63">
                  <c:v>-0.294051421</c:v>
                </c:pt>
                <c:pt idx="64">
                  <c:v>-0</c:v>
                </c:pt>
                <c:pt idx="65">
                  <c:v>0.294051421</c:v>
                </c:pt>
                <c:pt idx="66">
                  <c:v>0.585270966</c:v>
                </c:pt>
                <c:pt idx="67">
                  <c:v>0.870854032</c:v>
                </c:pt>
                <c:pt idx="68">
                  <c:v>1.148050297</c:v>
                </c:pt>
                <c:pt idx="69">
                  <c:v>1.41419021</c:v>
                </c:pt>
                <c:pt idx="70">
                  <c:v>1.666710699</c:v>
                </c:pt>
                <c:pt idx="71">
                  <c:v>1.903179852</c:v>
                </c:pt>
                <c:pt idx="72">
                  <c:v>2.121320344</c:v>
                </c:pt>
                <c:pt idx="73">
                  <c:v>2.31903136</c:v>
                </c:pt>
                <c:pt idx="74">
                  <c:v>2.494408837</c:v>
                </c:pt>
                <c:pt idx="75">
                  <c:v>2.645763793</c:v>
                </c:pt>
                <c:pt idx="76">
                  <c:v>2.771638598</c:v>
                </c:pt>
                <c:pt idx="77">
                  <c:v>2.870821007</c:v>
                </c:pt>
                <c:pt idx="78">
                  <c:v>2.942355841</c:v>
                </c:pt>
                <c:pt idx="79">
                  <c:v>2.98555418</c:v>
                </c:pt>
                <c:pt idx="80">
                  <c:v>3</c:v>
                </c:pt>
                <c:pt idx="81">
                  <c:v>2.98555418</c:v>
                </c:pt>
                <c:pt idx="82">
                  <c:v>2.942355841</c:v>
                </c:pt>
                <c:pt idx="83">
                  <c:v>2.870821007</c:v>
                </c:pt>
                <c:pt idx="84">
                  <c:v>2.771638598</c:v>
                </c:pt>
                <c:pt idx="85">
                  <c:v>2.645763793</c:v>
                </c:pt>
                <c:pt idx="86">
                  <c:v>2.494408837</c:v>
                </c:pt>
                <c:pt idx="87">
                  <c:v>2.31903136</c:v>
                </c:pt>
                <c:pt idx="88">
                  <c:v>2.121320344</c:v>
                </c:pt>
                <c:pt idx="89">
                  <c:v>1.903179852</c:v>
                </c:pt>
                <c:pt idx="90">
                  <c:v>1.666710699</c:v>
                </c:pt>
                <c:pt idx="91">
                  <c:v>1.41419021</c:v>
                </c:pt>
                <c:pt idx="92">
                  <c:v>1.148050297</c:v>
                </c:pt>
                <c:pt idx="93">
                  <c:v>0.870854032</c:v>
                </c:pt>
                <c:pt idx="94">
                  <c:v>0.585270966</c:v>
                </c:pt>
                <c:pt idx="95">
                  <c:v>0.294051421</c:v>
                </c:pt>
                <c:pt idx="96">
                  <c:v>0</c:v>
                </c:pt>
                <c:pt idx="97">
                  <c:v>-0.294051421</c:v>
                </c:pt>
                <c:pt idx="98">
                  <c:v>-0.585270966</c:v>
                </c:pt>
                <c:pt idx="99">
                  <c:v>-0.870854032</c:v>
                </c:pt>
                <c:pt idx="100">
                  <c:v>-1.148050297</c:v>
                </c:pt>
                <c:pt idx="101">
                  <c:v>-1.41419021</c:v>
                </c:pt>
                <c:pt idx="102">
                  <c:v>-1.666710699</c:v>
                </c:pt>
                <c:pt idx="103">
                  <c:v>-1.903179852</c:v>
                </c:pt>
                <c:pt idx="104">
                  <c:v>-2.121320344</c:v>
                </c:pt>
                <c:pt idx="105">
                  <c:v>-2.31903136</c:v>
                </c:pt>
                <c:pt idx="106">
                  <c:v>-2.494408837</c:v>
                </c:pt>
                <c:pt idx="107">
                  <c:v>-2.645763793</c:v>
                </c:pt>
                <c:pt idx="108">
                  <c:v>-2.771638598</c:v>
                </c:pt>
                <c:pt idx="109">
                  <c:v>-2.870821007</c:v>
                </c:pt>
                <c:pt idx="110">
                  <c:v>-2.942355841</c:v>
                </c:pt>
                <c:pt idx="111">
                  <c:v>-2.98555418</c:v>
                </c:pt>
                <c:pt idx="112">
                  <c:v>-3</c:v>
                </c:pt>
                <c:pt idx="113">
                  <c:v>-2.98555418</c:v>
                </c:pt>
                <c:pt idx="114">
                  <c:v>-2.942355841</c:v>
                </c:pt>
                <c:pt idx="115">
                  <c:v>-2.870821007</c:v>
                </c:pt>
                <c:pt idx="116">
                  <c:v>-2.771638598</c:v>
                </c:pt>
                <c:pt idx="117">
                  <c:v>-2.645763793</c:v>
                </c:pt>
                <c:pt idx="118">
                  <c:v>-2.494408837</c:v>
                </c:pt>
                <c:pt idx="119">
                  <c:v>-2.31903136</c:v>
                </c:pt>
                <c:pt idx="120">
                  <c:v>-2.121320344</c:v>
                </c:pt>
                <c:pt idx="121">
                  <c:v>-1.903179852</c:v>
                </c:pt>
                <c:pt idx="122">
                  <c:v>-1.666710699</c:v>
                </c:pt>
                <c:pt idx="123">
                  <c:v>-1.41419021</c:v>
                </c:pt>
                <c:pt idx="124">
                  <c:v>-1.148050297</c:v>
                </c:pt>
                <c:pt idx="125">
                  <c:v>-0.870854032</c:v>
                </c:pt>
                <c:pt idx="126">
                  <c:v>-0.585270966</c:v>
                </c:pt>
                <c:pt idx="127">
                  <c:v>-0.294051421</c:v>
                </c:pt>
                <c:pt idx="128">
                  <c:v>-0</c:v>
                </c:pt>
                <c:pt idx="129">
                  <c:v>0.294051421</c:v>
                </c:pt>
                <c:pt idx="130">
                  <c:v>0.585270966</c:v>
                </c:pt>
                <c:pt idx="131">
                  <c:v>0.870854032</c:v>
                </c:pt>
                <c:pt idx="132">
                  <c:v>1.148050297</c:v>
                </c:pt>
                <c:pt idx="133">
                  <c:v>1.41419021</c:v>
                </c:pt>
                <c:pt idx="134">
                  <c:v>1.666710699</c:v>
                </c:pt>
                <c:pt idx="135">
                  <c:v>1.903179852</c:v>
                </c:pt>
                <c:pt idx="136">
                  <c:v>2.121320344</c:v>
                </c:pt>
                <c:pt idx="137">
                  <c:v>2.31903136</c:v>
                </c:pt>
                <c:pt idx="138">
                  <c:v>2.494408837</c:v>
                </c:pt>
                <c:pt idx="139">
                  <c:v>2.645763793</c:v>
                </c:pt>
                <c:pt idx="140">
                  <c:v>2.771638598</c:v>
                </c:pt>
                <c:pt idx="141">
                  <c:v>2.870821007</c:v>
                </c:pt>
                <c:pt idx="142">
                  <c:v>2.942355841</c:v>
                </c:pt>
                <c:pt idx="143">
                  <c:v>2.98555418</c:v>
                </c:pt>
                <c:pt idx="144">
                  <c:v>3</c:v>
                </c:pt>
                <c:pt idx="145">
                  <c:v>2.98555418</c:v>
                </c:pt>
                <c:pt idx="146">
                  <c:v>2.942355841</c:v>
                </c:pt>
                <c:pt idx="147">
                  <c:v>2.870821007</c:v>
                </c:pt>
                <c:pt idx="148">
                  <c:v>2.771638598</c:v>
                </c:pt>
                <c:pt idx="149">
                  <c:v>2.645763793</c:v>
                </c:pt>
                <c:pt idx="150">
                  <c:v>2.494408837</c:v>
                </c:pt>
                <c:pt idx="151">
                  <c:v>2.31903136</c:v>
                </c:pt>
                <c:pt idx="152">
                  <c:v>2.121320344</c:v>
                </c:pt>
                <c:pt idx="153">
                  <c:v>1.903179852</c:v>
                </c:pt>
                <c:pt idx="154">
                  <c:v>1.666710699</c:v>
                </c:pt>
                <c:pt idx="155">
                  <c:v>1.41419021</c:v>
                </c:pt>
                <c:pt idx="156">
                  <c:v>1.148050297</c:v>
                </c:pt>
                <c:pt idx="157">
                  <c:v>0.870854032</c:v>
                </c:pt>
                <c:pt idx="158">
                  <c:v>0.585270966</c:v>
                </c:pt>
                <c:pt idx="159">
                  <c:v>0.294051421</c:v>
                </c:pt>
                <c:pt idx="160">
                  <c:v>0</c:v>
                </c:pt>
              </c:numCache>
            </c:numRef>
          </c:yVal>
          <c:smooth val="1"/>
        </c:ser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y in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t in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smooth"/>
        <c:varyColors val="0"/>
        <c:ser>
          <c:idx val="0"/>
          <c:order val="0"/>
          <c:tx>
            <c:v>Auslenkung</c:v>
          </c:tx>
          <c:spPr>
            <a:ln xmlns:a="http://schemas.openxmlformats.org/drawingml/2006/main" w="28575">
              <a:solidFill>
                <a:srgbClr val="2E7D8C"/>
              </a:solidFill>
              <a:prstDash val="solid"/>
            </a:ln>
          </c:spPr>
          <c:marker>
            <c:symbol val="none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0.0125</c:v>
                </c:pt>
                <c:pt idx="2">
                  <c:v>0.025</c:v>
                </c:pt>
                <c:pt idx="3">
                  <c:v>0.0375</c:v>
                </c:pt>
                <c:pt idx="4">
                  <c:v>0.05</c:v>
                </c:pt>
                <c:pt idx="5">
                  <c:v>0.0625</c:v>
                </c:pt>
                <c:pt idx="6">
                  <c:v>0.075</c:v>
                </c:pt>
                <c:pt idx="7">
                  <c:v>0.0875</c:v>
                </c:pt>
                <c:pt idx="8">
                  <c:v>0.1</c:v>
                </c:pt>
                <c:pt idx="9">
                  <c:v>0.1125</c:v>
                </c:pt>
                <c:pt idx="10">
                  <c:v>0.125</c:v>
                </c:pt>
                <c:pt idx="11">
                  <c:v>0.1375</c:v>
                </c:pt>
                <c:pt idx="12">
                  <c:v>0.15</c:v>
                </c:pt>
                <c:pt idx="13">
                  <c:v>0.1625</c:v>
                </c:pt>
                <c:pt idx="14">
                  <c:v>0.175</c:v>
                </c:pt>
                <c:pt idx="15">
                  <c:v>0.1875</c:v>
                </c:pt>
                <c:pt idx="16">
                  <c:v>0.2</c:v>
                </c:pt>
                <c:pt idx="17">
                  <c:v>0.2125</c:v>
                </c:pt>
                <c:pt idx="18">
                  <c:v>0.225</c:v>
                </c:pt>
                <c:pt idx="19">
                  <c:v>0.2375</c:v>
                </c:pt>
                <c:pt idx="20">
                  <c:v>0.25</c:v>
                </c:pt>
                <c:pt idx="21">
                  <c:v>0.2625</c:v>
                </c:pt>
                <c:pt idx="22">
                  <c:v>0.275</c:v>
                </c:pt>
                <c:pt idx="23">
                  <c:v>0.2875</c:v>
                </c:pt>
                <c:pt idx="24">
                  <c:v>0.3</c:v>
                </c:pt>
                <c:pt idx="25">
                  <c:v>0.3125</c:v>
                </c:pt>
                <c:pt idx="26">
                  <c:v>0.325</c:v>
                </c:pt>
                <c:pt idx="27">
                  <c:v>0.3375</c:v>
                </c:pt>
                <c:pt idx="28">
                  <c:v>0.35</c:v>
                </c:pt>
                <c:pt idx="29">
                  <c:v>0.3625</c:v>
                </c:pt>
                <c:pt idx="30">
                  <c:v>0.375</c:v>
                </c:pt>
                <c:pt idx="31">
                  <c:v>0.3875</c:v>
                </c:pt>
                <c:pt idx="32">
                  <c:v>0.4</c:v>
                </c:pt>
                <c:pt idx="33">
                  <c:v>0.4125</c:v>
                </c:pt>
                <c:pt idx="34">
                  <c:v>0.425</c:v>
                </c:pt>
                <c:pt idx="35">
                  <c:v>0.4375</c:v>
                </c:pt>
                <c:pt idx="36">
                  <c:v>0.45</c:v>
                </c:pt>
                <c:pt idx="37">
                  <c:v>0.4625</c:v>
                </c:pt>
                <c:pt idx="38">
                  <c:v>0.475</c:v>
                </c:pt>
                <c:pt idx="39">
                  <c:v>0.4875</c:v>
                </c:pt>
                <c:pt idx="40">
                  <c:v>0.5</c:v>
                </c:pt>
                <c:pt idx="41">
                  <c:v>0.5125</c:v>
                </c:pt>
                <c:pt idx="42">
                  <c:v>0.525</c:v>
                </c:pt>
                <c:pt idx="43">
                  <c:v>0.5375</c:v>
                </c:pt>
                <c:pt idx="44">
                  <c:v>0.55</c:v>
                </c:pt>
                <c:pt idx="45">
                  <c:v>0.5625</c:v>
                </c:pt>
                <c:pt idx="46">
                  <c:v>0.575</c:v>
                </c:pt>
                <c:pt idx="47">
                  <c:v>0.5875</c:v>
                </c:pt>
                <c:pt idx="48">
                  <c:v>0.6</c:v>
                </c:pt>
                <c:pt idx="49">
                  <c:v>0.6125</c:v>
                </c:pt>
                <c:pt idx="50">
                  <c:v>0.625</c:v>
                </c:pt>
                <c:pt idx="51">
                  <c:v>0.6375</c:v>
                </c:pt>
                <c:pt idx="52">
                  <c:v>0.65</c:v>
                </c:pt>
                <c:pt idx="53">
                  <c:v>0.6625</c:v>
                </c:pt>
                <c:pt idx="54">
                  <c:v>0.675</c:v>
                </c:pt>
                <c:pt idx="55">
                  <c:v>0.6875</c:v>
                </c:pt>
                <c:pt idx="56">
                  <c:v>0.7</c:v>
                </c:pt>
                <c:pt idx="57">
                  <c:v>0.7125</c:v>
                </c:pt>
                <c:pt idx="58">
                  <c:v>0.725</c:v>
                </c:pt>
                <c:pt idx="59">
                  <c:v>0.7375</c:v>
                </c:pt>
                <c:pt idx="60">
                  <c:v>0.75</c:v>
                </c:pt>
                <c:pt idx="61">
                  <c:v>0.7625</c:v>
                </c:pt>
                <c:pt idx="62">
                  <c:v>0.775</c:v>
                </c:pt>
                <c:pt idx="63">
                  <c:v>0.7875</c:v>
                </c:pt>
                <c:pt idx="64">
                  <c:v>0.8</c:v>
                </c:pt>
                <c:pt idx="65">
                  <c:v>0.8125</c:v>
                </c:pt>
                <c:pt idx="66">
                  <c:v>0.825</c:v>
                </c:pt>
                <c:pt idx="67">
                  <c:v>0.8375</c:v>
                </c:pt>
                <c:pt idx="68">
                  <c:v>0.85</c:v>
                </c:pt>
                <c:pt idx="69">
                  <c:v>0.8625</c:v>
                </c:pt>
                <c:pt idx="70">
                  <c:v>0.875</c:v>
                </c:pt>
                <c:pt idx="71">
                  <c:v>0.8875</c:v>
                </c:pt>
                <c:pt idx="72">
                  <c:v>0.9</c:v>
                </c:pt>
                <c:pt idx="73">
                  <c:v>0.9125</c:v>
                </c:pt>
                <c:pt idx="74">
                  <c:v>0.925</c:v>
                </c:pt>
                <c:pt idx="75">
                  <c:v>0.9375</c:v>
                </c:pt>
                <c:pt idx="76">
                  <c:v>0.95</c:v>
                </c:pt>
                <c:pt idx="77">
                  <c:v>0.9625</c:v>
                </c:pt>
                <c:pt idx="78">
                  <c:v>0.975</c:v>
                </c:pt>
                <c:pt idx="79">
                  <c:v>0.9875</c:v>
                </c:pt>
                <c:pt idx="80">
                  <c:v>1</c:v>
                </c:pt>
                <c:pt idx="81">
                  <c:v>1.0125</c:v>
                </c:pt>
                <c:pt idx="82">
                  <c:v>1.025</c:v>
                </c:pt>
                <c:pt idx="83">
                  <c:v>1.0375</c:v>
                </c:pt>
                <c:pt idx="84">
                  <c:v>1.05</c:v>
                </c:pt>
                <c:pt idx="85">
                  <c:v>1.0625</c:v>
                </c:pt>
                <c:pt idx="86">
                  <c:v>1.075</c:v>
                </c:pt>
                <c:pt idx="87">
                  <c:v>1.0875</c:v>
                </c:pt>
                <c:pt idx="88">
                  <c:v>1.1</c:v>
                </c:pt>
                <c:pt idx="89">
                  <c:v>1.1125</c:v>
                </c:pt>
                <c:pt idx="90">
                  <c:v>1.125</c:v>
                </c:pt>
                <c:pt idx="91">
                  <c:v>1.1375</c:v>
                </c:pt>
                <c:pt idx="92">
                  <c:v>1.15</c:v>
                </c:pt>
                <c:pt idx="93">
                  <c:v>1.1625</c:v>
                </c:pt>
                <c:pt idx="94">
                  <c:v>1.175</c:v>
                </c:pt>
                <c:pt idx="95">
                  <c:v>1.1875</c:v>
                </c:pt>
                <c:pt idx="96">
                  <c:v>1.2</c:v>
                </c:pt>
                <c:pt idx="97">
                  <c:v>1.2125</c:v>
                </c:pt>
                <c:pt idx="98">
                  <c:v>1.225</c:v>
                </c:pt>
                <c:pt idx="99">
                  <c:v>1.2375</c:v>
                </c:pt>
                <c:pt idx="100">
                  <c:v>1.25</c:v>
                </c:pt>
                <c:pt idx="101">
                  <c:v>1.2625</c:v>
                </c:pt>
                <c:pt idx="102">
                  <c:v>1.275</c:v>
                </c:pt>
                <c:pt idx="103">
                  <c:v>1.2875</c:v>
                </c:pt>
                <c:pt idx="104">
                  <c:v>1.3</c:v>
                </c:pt>
                <c:pt idx="105">
                  <c:v>1.3125</c:v>
                </c:pt>
                <c:pt idx="106">
                  <c:v>1.325</c:v>
                </c:pt>
                <c:pt idx="107">
                  <c:v>1.3375</c:v>
                </c:pt>
                <c:pt idx="108">
                  <c:v>1.35</c:v>
                </c:pt>
                <c:pt idx="109">
                  <c:v>1.3625</c:v>
                </c:pt>
                <c:pt idx="110">
                  <c:v>1.375</c:v>
                </c:pt>
                <c:pt idx="111">
                  <c:v>1.3875</c:v>
                </c:pt>
                <c:pt idx="112">
                  <c:v>1.4</c:v>
                </c:pt>
                <c:pt idx="113">
                  <c:v>1.4125</c:v>
                </c:pt>
                <c:pt idx="114">
                  <c:v>1.425</c:v>
                </c:pt>
                <c:pt idx="115">
                  <c:v>1.4375</c:v>
                </c:pt>
                <c:pt idx="116">
                  <c:v>1.45</c:v>
                </c:pt>
                <c:pt idx="117">
                  <c:v>1.4625</c:v>
                </c:pt>
                <c:pt idx="118">
                  <c:v>1.475</c:v>
                </c:pt>
                <c:pt idx="119">
                  <c:v>1.4875</c:v>
                </c:pt>
                <c:pt idx="120">
                  <c:v>1.5</c:v>
                </c:pt>
                <c:pt idx="121">
                  <c:v>1.5125</c:v>
                </c:pt>
                <c:pt idx="122">
                  <c:v>1.525</c:v>
                </c:pt>
                <c:pt idx="123">
                  <c:v>1.5375</c:v>
                </c:pt>
                <c:pt idx="124">
                  <c:v>1.55</c:v>
                </c:pt>
                <c:pt idx="125">
                  <c:v>1.5625</c:v>
                </c:pt>
                <c:pt idx="126">
                  <c:v>1.575</c:v>
                </c:pt>
                <c:pt idx="127">
                  <c:v>1.5875</c:v>
                </c:pt>
                <c:pt idx="128">
                  <c:v>1.6</c:v>
                </c:pt>
                <c:pt idx="129">
                  <c:v>1.6125</c:v>
                </c:pt>
                <c:pt idx="130">
                  <c:v>1.625</c:v>
                </c:pt>
                <c:pt idx="131">
                  <c:v>1.6375</c:v>
                </c:pt>
                <c:pt idx="132">
                  <c:v>1.65</c:v>
                </c:pt>
                <c:pt idx="133">
                  <c:v>1.6625</c:v>
                </c:pt>
                <c:pt idx="134">
                  <c:v>1.675</c:v>
                </c:pt>
                <c:pt idx="135">
                  <c:v>1.6875</c:v>
                </c:pt>
                <c:pt idx="136">
                  <c:v>1.7</c:v>
                </c:pt>
                <c:pt idx="137">
                  <c:v>1.7125</c:v>
                </c:pt>
                <c:pt idx="138">
                  <c:v>1.725</c:v>
                </c:pt>
                <c:pt idx="139">
                  <c:v>1.7375</c:v>
                </c:pt>
                <c:pt idx="140">
                  <c:v>1.75</c:v>
                </c:pt>
                <c:pt idx="141">
                  <c:v>1.7625</c:v>
                </c:pt>
                <c:pt idx="142">
                  <c:v>1.775</c:v>
                </c:pt>
                <c:pt idx="143">
                  <c:v>1.7875</c:v>
                </c:pt>
                <c:pt idx="144">
                  <c:v>1.8</c:v>
                </c:pt>
                <c:pt idx="145">
                  <c:v>1.8125</c:v>
                </c:pt>
                <c:pt idx="146">
                  <c:v>1.825</c:v>
                </c:pt>
                <c:pt idx="147">
                  <c:v>1.8375</c:v>
                </c:pt>
                <c:pt idx="148">
                  <c:v>1.85</c:v>
                </c:pt>
                <c:pt idx="149">
                  <c:v>1.8625</c:v>
                </c:pt>
                <c:pt idx="150">
                  <c:v>1.875</c:v>
                </c:pt>
                <c:pt idx="151">
                  <c:v>1.8875</c:v>
                </c:pt>
                <c:pt idx="152">
                  <c:v>1.9</c:v>
                </c:pt>
                <c:pt idx="153">
                  <c:v>1.9125</c:v>
                </c:pt>
                <c:pt idx="154">
                  <c:v>1.925</c:v>
                </c:pt>
                <c:pt idx="155">
                  <c:v>1.9375</c:v>
                </c:pt>
                <c:pt idx="156">
                  <c:v>1.95</c:v>
                </c:pt>
                <c:pt idx="157">
                  <c:v>1.9625</c:v>
                </c:pt>
                <c:pt idx="158">
                  <c:v>1.975</c:v>
                </c:pt>
                <c:pt idx="159">
                  <c:v>1.9875</c:v>
                </c:pt>
                <c:pt idx="160">
                  <c:v>2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0.156918191</c:v>
                </c:pt>
                <c:pt idx="2">
                  <c:v>0.31286893</c:v>
                </c:pt>
                <c:pt idx="3">
                  <c:v>0.466890728</c:v>
                </c:pt>
                <c:pt idx="4">
                  <c:v>0.618033989</c:v>
                </c:pt>
                <c:pt idx="5">
                  <c:v>0.765366865</c:v>
                </c:pt>
                <c:pt idx="6">
                  <c:v>0.907980999</c:v>
                </c:pt>
                <c:pt idx="7">
                  <c:v>1.044997129</c:v>
                </c:pt>
                <c:pt idx="8">
                  <c:v>1.175570505</c:v>
                </c:pt>
                <c:pt idx="9">
                  <c:v>1.298896097</c:v>
                </c:pt>
                <c:pt idx="10">
                  <c:v>1.414213562</c:v>
                </c:pt>
                <c:pt idx="11">
                  <c:v>1.520811931</c:v>
                </c:pt>
                <c:pt idx="12">
                  <c:v>1.618033989</c:v>
                </c:pt>
                <c:pt idx="13">
                  <c:v>1.705280329</c:v>
                </c:pt>
                <c:pt idx="14">
                  <c:v>1.782013048</c:v>
                </c:pt>
                <c:pt idx="15">
                  <c:v>1.847759065</c:v>
                </c:pt>
                <c:pt idx="16">
                  <c:v>1.902113033</c:v>
                </c:pt>
                <c:pt idx="17">
                  <c:v>1.944739841</c:v>
                </c:pt>
                <c:pt idx="18">
                  <c:v>1.975376681</c:v>
                </c:pt>
                <c:pt idx="19">
                  <c:v>1.993834667</c:v>
                </c:pt>
                <c:pt idx="20">
                  <c:v>2</c:v>
                </c:pt>
                <c:pt idx="21">
                  <c:v>1.993834667</c:v>
                </c:pt>
                <c:pt idx="22">
                  <c:v>1.975376681</c:v>
                </c:pt>
                <c:pt idx="23">
                  <c:v>1.944739841</c:v>
                </c:pt>
                <c:pt idx="24">
                  <c:v>1.902113033</c:v>
                </c:pt>
                <c:pt idx="25">
                  <c:v>1.847759065</c:v>
                </c:pt>
                <c:pt idx="26">
                  <c:v>1.782013048</c:v>
                </c:pt>
                <c:pt idx="27">
                  <c:v>1.705280329</c:v>
                </c:pt>
                <c:pt idx="28">
                  <c:v>1.618033989</c:v>
                </c:pt>
                <c:pt idx="29">
                  <c:v>1.520811931</c:v>
                </c:pt>
                <c:pt idx="30">
                  <c:v>1.414213562</c:v>
                </c:pt>
                <c:pt idx="31">
                  <c:v>1.298896097</c:v>
                </c:pt>
                <c:pt idx="32">
                  <c:v>1.175570505</c:v>
                </c:pt>
                <c:pt idx="33">
                  <c:v>1.044997129</c:v>
                </c:pt>
                <c:pt idx="34">
                  <c:v>0.907980999</c:v>
                </c:pt>
                <c:pt idx="35">
                  <c:v>0.765366865</c:v>
                </c:pt>
                <c:pt idx="36">
                  <c:v>0.618033989</c:v>
                </c:pt>
                <c:pt idx="37">
                  <c:v>0.466890728</c:v>
                </c:pt>
                <c:pt idx="38">
                  <c:v>0.31286893</c:v>
                </c:pt>
                <c:pt idx="39">
                  <c:v>0.156918191</c:v>
                </c:pt>
                <c:pt idx="40">
                  <c:v>0</c:v>
                </c:pt>
                <c:pt idx="41">
                  <c:v>-0.156918191</c:v>
                </c:pt>
                <c:pt idx="42">
                  <c:v>-0.31286893</c:v>
                </c:pt>
                <c:pt idx="43">
                  <c:v>-0.466890728</c:v>
                </c:pt>
                <c:pt idx="44">
                  <c:v>-0.618033989</c:v>
                </c:pt>
                <c:pt idx="45">
                  <c:v>-0.765366865</c:v>
                </c:pt>
                <c:pt idx="46">
                  <c:v>-0.907980999</c:v>
                </c:pt>
                <c:pt idx="47">
                  <c:v>-1.044997129</c:v>
                </c:pt>
                <c:pt idx="48">
                  <c:v>-1.175570505</c:v>
                </c:pt>
                <c:pt idx="49">
                  <c:v>-1.298896097</c:v>
                </c:pt>
                <c:pt idx="50">
                  <c:v>-1.414213562</c:v>
                </c:pt>
                <c:pt idx="51">
                  <c:v>-1.520811931</c:v>
                </c:pt>
                <c:pt idx="52">
                  <c:v>-1.618033989</c:v>
                </c:pt>
                <c:pt idx="53">
                  <c:v>-1.705280329</c:v>
                </c:pt>
                <c:pt idx="54">
                  <c:v>-1.782013048</c:v>
                </c:pt>
                <c:pt idx="55">
                  <c:v>-1.847759065</c:v>
                </c:pt>
                <c:pt idx="56">
                  <c:v>-1.902113033</c:v>
                </c:pt>
                <c:pt idx="57">
                  <c:v>-1.944739841</c:v>
                </c:pt>
                <c:pt idx="58">
                  <c:v>-1.975376681</c:v>
                </c:pt>
                <c:pt idx="59">
                  <c:v>-1.993834667</c:v>
                </c:pt>
                <c:pt idx="60">
                  <c:v>-2</c:v>
                </c:pt>
                <c:pt idx="61">
                  <c:v>-1.993834667</c:v>
                </c:pt>
                <c:pt idx="62">
                  <c:v>-1.975376681</c:v>
                </c:pt>
                <c:pt idx="63">
                  <c:v>-1.944739841</c:v>
                </c:pt>
                <c:pt idx="64">
                  <c:v>-1.902113033</c:v>
                </c:pt>
                <c:pt idx="65">
                  <c:v>-1.847759065</c:v>
                </c:pt>
                <c:pt idx="66">
                  <c:v>-1.782013048</c:v>
                </c:pt>
                <c:pt idx="67">
                  <c:v>-1.705280329</c:v>
                </c:pt>
                <c:pt idx="68">
                  <c:v>-1.618033989</c:v>
                </c:pt>
                <c:pt idx="69">
                  <c:v>-1.520811931</c:v>
                </c:pt>
                <c:pt idx="70">
                  <c:v>-1.414213562</c:v>
                </c:pt>
                <c:pt idx="71">
                  <c:v>-1.298896097</c:v>
                </c:pt>
                <c:pt idx="72">
                  <c:v>-1.175570505</c:v>
                </c:pt>
                <c:pt idx="73">
                  <c:v>-1.044997129</c:v>
                </c:pt>
                <c:pt idx="74">
                  <c:v>-0.907980999</c:v>
                </c:pt>
                <c:pt idx="75">
                  <c:v>-0.765366865</c:v>
                </c:pt>
                <c:pt idx="76">
                  <c:v>-0.618033989</c:v>
                </c:pt>
                <c:pt idx="77">
                  <c:v>-0.466890728</c:v>
                </c:pt>
                <c:pt idx="78">
                  <c:v>-0.31286893</c:v>
                </c:pt>
                <c:pt idx="79">
                  <c:v>-0.156918191</c:v>
                </c:pt>
                <c:pt idx="80">
                  <c:v>-0</c:v>
                </c:pt>
                <c:pt idx="81">
                  <c:v>0.156918191</c:v>
                </c:pt>
                <c:pt idx="82">
                  <c:v>0.31286893</c:v>
                </c:pt>
                <c:pt idx="83">
                  <c:v>0.466890728</c:v>
                </c:pt>
                <c:pt idx="84">
                  <c:v>0.618033989</c:v>
                </c:pt>
                <c:pt idx="85">
                  <c:v>0.765366865</c:v>
                </c:pt>
                <c:pt idx="86">
                  <c:v>0.907980999</c:v>
                </c:pt>
                <c:pt idx="87">
                  <c:v>1.044997129</c:v>
                </c:pt>
                <c:pt idx="88">
                  <c:v>1.175570505</c:v>
                </c:pt>
                <c:pt idx="89">
                  <c:v>1.298896097</c:v>
                </c:pt>
                <c:pt idx="90">
                  <c:v>1.414213562</c:v>
                </c:pt>
                <c:pt idx="91">
                  <c:v>1.520811931</c:v>
                </c:pt>
                <c:pt idx="92">
                  <c:v>1.618033989</c:v>
                </c:pt>
                <c:pt idx="93">
                  <c:v>1.705280329</c:v>
                </c:pt>
                <c:pt idx="94">
                  <c:v>1.782013048</c:v>
                </c:pt>
                <c:pt idx="95">
                  <c:v>1.847759065</c:v>
                </c:pt>
                <c:pt idx="96">
                  <c:v>1.902113033</c:v>
                </c:pt>
                <c:pt idx="97">
                  <c:v>1.944739841</c:v>
                </c:pt>
                <c:pt idx="98">
                  <c:v>1.975376681</c:v>
                </c:pt>
                <c:pt idx="99">
                  <c:v>1.993834667</c:v>
                </c:pt>
                <c:pt idx="100">
                  <c:v>2</c:v>
                </c:pt>
                <c:pt idx="101">
                  <c:v>1.993834667</c:v>
                </c:pt>
                <c:pt idx="102">
                  <c:v>1.975376681</c:v>
                </c:pt>
                <c:pt idx="103">
                  <c:v>1.944739841</c:v>
                </c:pt>
                <c:pt idx="104">
                  <c:v>1.902113033</c:v>
                </c:pt>
                <c:pt idx="105">
                  <c:v>1.847759065</c:v>
                </c:pt>
                <c:pt idx="106">
                  <c:v>1.782013048</c:v>
                </c:pt>
                <c:pt idx="107">
                  <c:v>1.705280329</c:v>
                </c:pt>
                <c:pt idx="108">
                  <c:v>1.618033989</c:v>
                </c:pt>
                <c:pt idx="109">
                  <c:v>1.520811931</c:v>
                </c:pt>
                <c:pt idx="110">
                  <c:v>1.414213562</c:v>
                </c:pt>
                <c:pt idx="111">
                  <c:v>1.298896097</c:v>
                </c:pt>
                <c:pt idx="112">
                  <c:v>1.175570505</c:v>
                </c:pt>
                <c:pt idx="113">
                  <c:v>1.044997129</c:v>
                </c:pt>
                <c:pt idx="114">
                  <c:v>0.907980999</c:v>
                </c:pt>
                <c:pt idx="115">
                  <c:v>0.765366865</c:v>
                </c:pt>
                <c:pt idx="116">
                  <c:v>0.618033989</c:v>
                </c:pt>
                <c:pt idx="117">
                  <c:v>0.466890728</c:v>
                </c:pt>
                <c:pt idx="118">
                  <c:v>0.31286893</c:v>
                </c:pt>
                <c:pt idx="119">
                  <c:v>0.156918191</c:v>
                </c:pt>
                <c:pt idx="120">
                  <c:v>0</c:v>
                </c:pt>
                <c:pt idx="121">
                  <c:v>-0.156918191</c:v>
                </c:pt>
                <c:pt idx="122">
                  <c:v>-0.31286893</c:v>
                </c:pt>
                <c:pt idx="123">
                  <c:v>-0.466890728</c:v>
                </c:pt>
                <c:pt idx="124">
                  <c:v>-0.618033989</c:v>
                </c:pt>
                <c:pt idx="125">
                  <c:v>-0.765366865</c:v>
                </c:pt>
                <c:pt idx="126">
                  <c:v>-0.907980999</c:v>
                </c:pt>
                <c:pt idx="127">
                  <c:v>-1.044997129</c:v>
                </c:pt>
                <c:pt idx="128">
                  <c:v>-1.175570505</c:v>
                </c:pt>
                <c:pt idx="129">
                  <c:v>-1.298896097</c:v>
                </c:pt>
                <c:pt idx="130">
                  <c:v>-1.414213562</c:v>
                </c:pt>
                <c:pt idx="131">
                  <c:v>-1.520811931</c:v>
                </c:pt>
                <c:pt idx="132">
                  <c:v>-1.618033989</c:v>
                </c:pt>
                <c:pt idx="133">
                  <c:v>-1.705280329</c:v>
                </c:pt>
                <c:pt idx="134">
                  <c:v>-1.782013048</c:v>
                </c:pt>
                <c:pt idx="135">
                  <c:v>-1.847759065</c:v>
                </c:pt>
                <c:pt idx="136">
                  <c:v>-1.902113033</c:v>
                </c:pt>
                <c:pt idx="137">
                  <c:v>-1.944739841</c:v>
                </c:pt>
                <c:pt idx="138">
                  <c:v>-1.975376681</c:v>
                </c:pt>
                <c:pt idx="139">
                  <c:v>-1.993834667</c:v>
                </c:pt>
                <c:pt idx="140">
                  <c:v>-2</c:v>
                </c:pt>
                <c:pt idx="141">
                  <c:v>-1.993834667</c:v>
                </c:pt>
                <c:pt idx="142">
                  <c:v>-1.975376681</c:v>
                </c:pt>
                <c:pt idx="143">
                  <c:v>-1.944739841</c:v>
                </c:pt>
                <c:pt idx="144">
                  <c:v>-1.902113033</c:v>
                </c:pt>
                <c:pt idx="145">
                  <c:v>-1.847759065</c:v>
                </c:pt>
                <c:pt idx="146">
                  <c:v>-1.782013048</c:v>
                </c:pt>
                <c:pt idx="147">
                  <c:v>-1.705280329</c:v>
                </c:pt>
                <c:pt idx="148">
                  <c:v>-1.618033989</c:v>
                </c:pt>
                <c:pt idx="149">
                  <c:v>-1.520811931</c:v>
                </c:pt>
                <c:pt idx="150">
                  <c:v>-1.414213562</c:v>
                </c:pt>
                <c:pt idx="151">
                  <c:v>-1.298896097</c:v>
                </c:pt>
                <c:pt idx="152">
                  <c:v>-1.175570505</c:v>
                </c:pt>
                <c:pt idx="153">
                  <c:v>-1.044997129</c:v>
                </c:pt>
                <c:pt idx="154">
                  <c:v>-0.907980999</c:v>
                </c:pt>
                <c:pt idx="155">
                  <c:v>-0.765366865</c:v>
                </c:pt>
                <c:pt idx="156">
                  <c:v>-0.618033989</c:v>
                </c:pt>
                <c:pt idx="157">
                  <c:v>-0.466890728</c:v>
                </c:pt>
                <c:pt idx="158">
                  <c:v>-0.31286893</c:v>
                </c:pt>
                <c:pt idx="159">
                  <c:v>-0.156918191</c:v>
                </c:pt>
                <c:pt idx="160">
                  <c:v>-0</c:v>
                </c:pt>
              </c:numCache>
            </c:numRef>
          </c:yVal>
          <c:smooth val="1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y in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Ort x in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smooth"/>
        <c:varyColors val="0"/>
        <c:ser>
          <c:idx val="0"/>
          <c:order val="0"/>
          <c:tx>
            <c:v>Auslenkung</c:v>
          </c:tx>
          <c:spPr>
            <a:ln xmlns:a="http://schemas.openxmlformats.org/drawingml/2006/main" w="28575">
              <a:solidFill>
                <a:srgbClr val="A33A2B"/>
              </a:solidFill>
              <a:prstDash val="solid"/>
            </a:ln>
          </c:spPr>
          <c:marker>
            <c:symbol val="none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0.0125</c:v>
                </c:pt>
                <c:pt idx="2">
                  <c:v>0.025</c:v>
                </c:pt>
                <c:pt idx="3">
                  <c:v>0.0375</c:v>
                </c:pt>
                <c:pt idx="4">
                  <c:v>0.05</c:v>
                </c:pt>
                <c:pt idx="5">
                  <c:v>0.0625</c:v>
                </c:pt>
                <c:pt idx="6">
                  <c:v>0.075</c:v>
                </c:pt>
                <c:pt idx="7">
                  <c:v>0.0875</c:v>
                </c:pt>
                <c:pt idx="8">
                  <c:v>0.1</c:v>
                </c:pt>
                <c:pt idx="9">
                  <c:v>0.1125</c:v>
                </c:pt>
                <c:pt idx="10">
                  <c:v>0.125</c:v>
                </c:pt>
                <c:pt idx="11">
                  <c:v>0.1375</c:v>
                </c:pt>
                <c:pt idx="12">
                  <c:v>0.15</c:v>
                </c:pt>
                <c:pt idx="13">
                  <c:v>0.1625</c:v>
                </c:pt>
                <c:pt idx="14">
                  <c:v>0.175</c:v>
                </c:pt>
                <c:pt idx="15">
                  <c:v>0.1875</c:v>
                </c:pt>
                <c:pt idx="16">
                  <c:v>0.2</c:v>
                </c:pt>
                <c:pt idx="17">
                  <c:v>0.2125</c:v>
                </c:pt>
                <c:pt idx="18">
                  <c:v>0.225</c:v>
                </c:pt>
                <c:pt idx="19">
                  <c:v>0.2375</c:v>
                </c:pt>
                <c:pt idx="20">
                  <c:v>0.25</c:v>
                </c:pt>
                <c:pt idx="21">
                  <c:v>0.2625</c:v>
                </c:pt>
                <c:pt idx="22">
                  <c:v>0.275</c:v>
                </c:pt>
                <c:pt idx="23">
                  <c:v>0.2875</c:v>
                </c:pt>
                <c:pt idx="24">
                  <c:v>0.3</c:v>
                </c:pt>
                <c:pt idx="25">
                  <c:v>0.3125</c:v>
                </c:pt>
                <c:pt idx="26">
                  <c:v>0.325</c:v>
                </c:pt>
                <c:pt idx="27">
                  <c:v>0.3375</c:v>
                </c:pt>
                <c:pt idx="28">
                  <c:v>0.35</c:v>
                </c:pt>
                <c:pt idx="29">
                  <c:v>0.3625</c:v>
                </c:pt>
                <c:pt idx="30">
                  <c:v>0.375</c:v>
                </c:pt>
                <c:pt idx="31">
                  <c:v>0.3875</c:v>
                </c:pt>
                <c:pt idx="32">
                  <c:v>0.4</c:v>
                </c:pt>
                <c:pt idx="33">
                  <c:v>0.4125</c:v>
                </c:pt>
                <c:pt idx="34">
                  <c:v>0.425</c:v>
                </c:pt>
                <c:pt idx="35">
                  <c:v>0.4375</c:v>
                </c:pt>
                <c:pt idx="36">
                  <c:v>0.45</c:v>
                </c:pt>
                <c:pt idx="37">
                  <c:v>0.4625</c:v>
                </c:pt>
                <c:pt idx="38">
                  <c:v>0.475</c:v>
                </c:pt>
                <c:pt idx="39">
                  <c:v>0.4875</c:v>
                </c:pt>
                <c:pt idx="40">
                  <c:v>0.5</c:v>
                </c:pt>
                <c:pt idx="41">
                  <c:v>0.5125</c:v>
                </c:pt>
                <c:pt idx="42">
                  <c:v>0.525</c:v>
                </c:pt>
                <c:pt idx="43">
                  <c:v>0.5375</c:v>
                </c:pt>
                <c:pt idx="44">
                  <c:v>0.55</c:v>
                </c:pt>
                <c:pt idx="45">
                  <c:v>0.5625</c:v>
                </c:pt>
                <c:pt idx="46">
                  <c:v>0.575</c:v>
                </c:pt>
                <c:pt idx="47">
                  <c:v>0.5875</c:v>
                </c:pt>
                <c:pt idx="48">
                  <c:v>0.6</c:v>
                </c:pt>
                <c:pt idx="49">
                  <c:v>0.6125</c:v>
                </c:pt>
                <c:pt idx="50">
                  <c:v>0.625</c:v>
                </c:pt>
                <c:pt idx="51">
                  <c:v>0.6375</c:v>
                </c:pt>
                <c:pt idx="52">
                  <c:v>0.65</c:v>
                </c:pt>
                <c:pt idx="53">
                  <c:v>0.6625</c:v>
                </c:pt>
                <c:pt idx="54">
                  <c:v>0.675</c:v>
                </c:pt>
                <c:pt idx="55">
                  <c:v>0.6875</c:v>
                </c:pt>
                <c:pt idx="56">
                  <c:v>0.7</c:v>
                </c:pt>
                <c:pt idx="57">
                  <c:v>0.7125</c:v>
                </c:pt>
                <c:pt idx="58">
                  <c:v>0.725</c:v>
                </c:pt>
                <c:pt idx="59">
                  <c:v>0.7375</c:v>
                </c:pt>
                <c:pt idx="60">
                  <c:v>0.75</c:v>
                </c:pt>
                <c:pt idx="61">
                  <c:v>0.7625</c:v>
                </c:pt>
                <c:pt idx="62">
                  <c:v>0.775</c:v>
                </c:pt>
                <c:pt idx="63">
                  <c:v>0.7875</c:v>
                </c:pt>
                <c:pt idx="64">
                  <c:v>0.8</c:v>
                </c:pt>
                <c:pt idx="65">
                  <c:v>0.8125</c:v>
                </c:pt>
                <c:pt idx="66">
                  <c:v>0.825</c:v>
                </c:pt>
                <c:pt idx="67">
                  <c:v>0.8375</c:v>
                </c:pt>
                <c:pt idx="68">
                  <c:v>0.85</c:v>
                </c:pt>
                <c:pt idx="69">
                  <c:v>0.8625</c:v>
                </c:pt>
                <c:pt idx="70">
                  <c:v>0.875</c:v>
                </c:pt>
                <c:pt idx="71">
                  <c:v>0.8875</c:v>
                </c:pt>
                <c:pt idx="72">
                  <c:v>0.9</c:v>
                </c:pt>
                <c:pt idx="73">
                  <c:v>0.9125</c:v>
                </c:pt>
                <c:pt idx="74">
                  <c:v>0.925</c:v>
                </c:pt>
                <c:pt idx="75">
                  <c:v>0.9375</c:v>
                </c:pt>
                <c:pt idx="76">
                  <c:v>0.95</c:v>
                </c:pt>
                <c:pt idx="77">
                  <c:v>0.9625</c:v>
                </c:pt>
                <c:pt idx="78">
                  <c:v>0.975</c:v>
                </c:pt>
                <c:pt idx="79">
                  <c:v>0.9875</c:v>
                </c:pt>
                <c:pt idx="80">
                  <c:v>1</c:v>
                </c:pt>
                <c:pt idx="81">
                  <c:v>1.0125</c:v>
                </c:pt>
                <c:pt idx="82">
                  <c:v>1.025</c:v>
                </c:pt>
                <c:pt idx="83">
                  <c:v>1.0375</c:v>
                </c:pt>
                <c:pt idx="84">
                  <c:v>1.05</c:v>
                </c:pt>
                <c:pt idx="85">
                  <c:v>1.0625</c:v>
                </c:pt>
                <c:pt idx="86">
                  <c:v>1.075</c:v>
                </c:pt>
                <c:pt idx="87">
                  <c:v>1.0875</c:v>
                </c:pt>
                <c:pt idx="88">
                  <c:v>1.1</c:v>
                </c:pt>
                <c:pt idx="89">
                  <c:v>1.1125</c:v>
                </c:pt>
                <c:pt idx="90">
                  <c:v>1.125</c:v>
                </c:pt>
                <c:pt idx="91">
                  <c:v>1.1375</c:v>
                </c:pt>
                <c:pt idx="92">
                  <c:v>1.15</c:v>
                </c:pt>
                <c:pt idx="93">
                  <c:v>1.1625</c:v>
                </c:pt>
                <c:pt idx="94">
                  <c:v>1.175</c:v>
                </c:pt>
                <c:pt idx="95">
                  <c:v>1.1875</c:v>
                </c:pt>
                <c:pt idx="96">
                  <c:v>1.2</c:v>
                </c:pt>
                <c:pt idx="97">
                  <c:v>1.2125</c:v>
                </c:pt>
                <c:pt idx="98">
                  <c:v>1.225</c:v>
                </c:pt>
                <c:pt idx="99">
                  <c:v>1.2375</c:v>
                </c:pt>
                <c:pt idx="100">
                  <c:v>1.25</c:v>
                </c:pt>
                <c:pt idx="101">
                  <c:v>1.2625</c:v>
                </c:pt>
                <c:pt idx="102">
                  <c:v>1.275</c:v>
                </c:pt>
                <c:pt idx="103">
                  <c:v>1.2875</c:v>
                </c:pt>
                <c:pt idx="104">
                  <c:v>1.3</c:v>
                </c:pt>
                <c:pt idx="105">
                  <c:v>1.3125</c:v>
                </c:pt>
                <c:pt idx="106">
                  <c:v>1.325</c:v>
                </c:pt>
                <c:pt idx="107">
                  <c:v>1.3375</c:v>
                </c:pt>
                <c:pt idx="108">
                  <c:v>1.35</c:v>
                </c:pt>
                <c:pt idx="109">
                  <c:v>1.3625</c:v>
                </c:pt>
                <c:pt idx="110">
                  <c:v>1.375</c:v>
                </c:pt>
                <c:pt idx="111">
                  <c:v>1.3875</c:v>
                </c:pt>
                <c:pt idx="112">
                  <c:v>1.4</c:v>
                </c:pt>
                <c:pt idx="113">
                  <c:v>1.4125</c:v>
                </c:pt>
                <c:pt idx="114">
                  <c:v>1.425</c:v>
                </c:pt>
                <c:pt idx="115">
                  <c:v>1.4375</c:v>
                </c:pt>
                <c:pt idx="116">
                  <c:v>1.45</c:v>
                </c:pt>
                <c:pt idx="117">
                  <c:v>1.4625</c:v>
                </c:pt>
                <c:pt idx="118">
                  <c:v>1.475</c:v>
                </c:pt>
                <c:pt idx="119">
                  <c:v>1.4875</c:v>
                </c:pt>
                <c:pt idx="120">
                  <c:v>1.5</c:v>
                </c:pt>
                <c:pt idx="121">
                  <c:v>1.5125</c:v>
                </c:pt>
                <c:pt idx="122">
                  <c:v>1.525</c:v>
                </c:pt>
                <c:pt idx="123">
                  <c:v>1.5375</c:v>
                </c:pt>
                <c:pt idx="124">
                  <c:v>1.55</c:v>
                </c:pt>
                <c:pt idx="125">
                  <c:v>1.5625</c:v>
                </c:pt>
                <c:pt idx="126">
                  <c:v>1.575</c:v>
                </c:pt>
                <c:pt idx="127">
                  <c:v>1.5875</c:v>
                </c:pt>
                <c:pt idx="128">
                  <c:v>1.6</c:v>
                </c:pt>
                <c:pt idx="129">
                  <c:v>1.6125</c:v>
                </c:pt>
                <c:pt idx="130">
                  <c:v>1.625</c:v>
                </c:pt>
                <c:pt idx="131">
                  <c:v>1.6375</c:v>
                </c:pt>
                <c:pt idx="132">
                  <c:v>1.65</c:v>
                </c:pt>
                <c:pt idx="133">
                  <c:v>1.6625</c:v>
                </c:pt>
                <c:pt idx="134">
                  <c:v>1.675</c:v>
                </c:pt>
                <c:pt idx="135">
                  <c:v>1.6875</c:v>
                </c:pt>
                <c:pt idx="136">
                  <c:v>1.7</c:v>
                </c:pt>
                <c:pt idx="137">
                  <c:v>1.7125</c:v>
                </c:pt>
                <c:pt idx="138">
                  <c:v>1.725</c:v>
                </c:pt>
                <c:pt idx="139">
                  <c:v>1.7375</c:v>
                </c:pt>
                <c:pt idx="140">
                  <c:v>1.75</c:v>
                </c:pt>
                <c:pt idx="141">
                  <c:v>1.7625</c:v>
                </c:pt>
                <c:pt idx="142">
                  <c:v>1.775</c:v>
                </c:pt>
                <c:pt idx="143">
                  <c:v>1.7875</c:v>
                </c:pt>
                <c:pt idx="144">
                  <c:v>1.8</c:v>
                </c:pt>
                <c:pt idx="145">
                  <c:v>1.8125</c:v>
                </c:pt>
                <c:pt idx="146">
                  <c:v>1.825</c:v>
                </c:pt>
                <c:pt idx="147">
                  <c:v>1.8375</c:v>
                </c:pt>
                <c:pt idx="148">
                  <c:v>1.85</c:v>
                </c:pt>
                <c:pt idx="149">
                  <c:v>1.8625</c:v>
                </c:pt>
                <c:pt idx="150">
                  <c:v>1.875</c:v>
                </c:pt>
                <c:pt idx="151">
                  <c:v>1.8875</c:v>
                </c:pt>
                <c:pt idx="152">
                  <c:v>1.9</c:v>
                </c:pt>
                <c:pt idx="153">
                  <c:v>1.9125</c:v>
                </c:pt>
                <c:pt idx="154">
                  <c:v>1.925</c:v>
                </c:pt>
                <c:pt idx="155">
                  <c:v>1.9375</c:v>
                </c:pt>
                <c:pt idx="156">
                  <c:v>1.95</c:v>
                </c:pt>
                <c:pt idx="157">
                  <c:v>1.9625</c:v>
                </c:pt>
                <c:pt idx="158">
                  <c:v>1.975</c:v>
                </c:pt>
                <c:pt idx="159">
                  <c:v>1.9875</c:v>
                </c:pt>
                <c:pt idx="160">
                  <c:v>2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0.156918191</c:v>
                </c:pt>
                <c:pt idx="2">
                  <c:v>0.31286893</c:v>
                </c:pt>
                <c:pt idx="3">
                  <c:v>0.466890728</c:v>
                </c:pt>
                <c:pt idx="4">
                  <c:v>0.618033989</c:v>
                </c:pt>
                <c:pt idx="5">
                  <c:v>0.765366865</c:v>
                </c:pt>
                <c:pt idx="6">
                  <c:v>0.907980999</c:v>
                </c:pt>
                <c:pt idx="7">
                  <c:v>1.044997129</c:v>
                </c:pt>
                <c:pt idx="8">
                  <c:v>1.175570505</c:v>
                </c:pt>
                <c:pt idx="9">
                  <c:v>1.298896097</c:v>
                </c:pt>
                <c:pt idx="10">
                  <c:v>1.414213562</c:v>
                </c:pt>
                <c:pt idx="11">
                  <c:v>1.520811931</c:v>
                </c:pt>
                <c:pt idx="12">
                  <c:v>1.618033989</c:v>
                </c:pt>
                <c:pt idx="13">
                  <c:v>1.705280329</c:v>
                </c:pt>
                <c:pt idx="14">
                  <c:v>1.782013048</c:v>
                </c:pt>
                <c:pt idx="15">
                  <c:v>1.847759065</c:v>
                </c:pt>
                <c:pt idx="16">
                  <c:v>1.902113033</c:v>
                </c:pt>
                <c:pt idx="17">
                  <c:v>1.944739841</c:v>
                </c:pt>
                <c:pt idx="18">
                  <c:v>1.975376681</c:v>
                </c:pt>
                <c:pt idx="19">
                  <c:v>1.993834667</c:v>
                </c:pt>
                <c:pt idx="20">
                  <c:v>2</c:v>
                </c:pt>
                <c:pt idx="21">
                  <c:v>1.993834667</c:v>
                </c:pt>
                <c:pt idx="22">
                  <c:v>1.975376681</c:v>
                </c:pt>
                <c:pt idx="23">
                  <c:v>1.944739841</c:v>
                </c:pt>
                <c:pt idx="24">
                  <c:v>1.902113033</c:v>
                </c:pt>
                <c:pt idx="25">
                  <c:v>1.847759065</c:v>
                </c:pt>
                <c:pt idx="26">
                  <c:v>1.782013048</c:v>
                </c:pt>
                <c:pt idx="27">
                  <c:v>1.705280329</c:v>
                </c:pt>
                <c:pt idx="28">
                  <c:v>1.618033989</c:v>
                </c:pt>
                <c:pt idx="29">
                  <c:v>1.520811931</c:v>
                </c:pt>
                <c:pt idx="30">
                  <c:v>1.414213562</c:v>
                </c:pt>
                <c:pt idx="31">
                  <c:v>1.298896097</c:v>
                </c:pt>
                <c:pt idx="32">
                  <c:v>1.175570505</c:v>
                </c:pt>
                <c:pt idx="33">
                  <c:v>1.044997129</c:v>
                </c:pt>
                <c:pt idx="34">
                  <c:v>0.907980999</c:v>
                </c:pt>
                <c:pt idx="35">
                  <c:v>0.765366865</c:v>
                </c:pt>
                <c:pt idx="36">
                  <c:v>0.618033989</c:v>
                </c:pt>
                <c:pt idx="37">
                  <c:v>0.466890728</c:v>
                </c:pt>
                <c:pt idx="38">
                  <c:v>0.31286893</c:v>
                </c:pt>
                <c:pt idx="39">
                  <c:v>0.156918191</c:v>
                </c:pt>
                <c:pt idx="40">
                  <c:v>0</c:v>
                </c:pt>
                <c:pt idx="41">
                  <c:v>-0.156918191</c:v>
                </c:pt>
                <c:pt idx="42">
                  <c:v>-0.31286893</c:v>
                </c:pt>
                <c:pt idx="43">
                  <c:v>-0.466890728</c:v>
                </c:pt>
                <c:pt idx="44">
                  <c:v>-0.618033989</c:v>
                </c:pt>
                <c:pt idx="45">
                  <c:v>-0.765366865</c:v>
                </c:pt>
                <c:pt idx="46">
                  <c:v>-0.907980999</c:v>
                </c:pt>
                <c:pt idx="47">
                  <c:v>-1.044997129</c:v>
                </c:pt>
                <c:pt idx="48">
                  <c:v>-1.175570505</c:v>
                </c:pt>
                <c:pt idx="49">
                  <c:v>-1.298896097</c:v>
                </c:pt>
                <c:pt idx="50">
                  <c:v>-1.414213562</c:v>
                </c:pt>
                <c:pt idx="51">
                  <c:v>-1.520811931</c:v>
                </c:pt>
                <c:pt idx="52">
                  <c:v>-1.618033989</c:v>
                </c:pt>
                <c:pt idx="53">
                  <c:v>-1.705280329</c:v>
                </c:pt>
                <c:pt idx="54">
                  <c:v>-1.782013048</c:v>
                </c:pt>
                <c:pt idx="55">
                  <c:v>-1.847759065</c:v>
                </c:pt>
                <c:pt idx="56">
                  <c:v>-1.902113033</c:v>
                </c:pt>
                <c:pt idx="57">
                  <c:v>-1.944739841</c:v>
                </c:pt>
                <c:pt idx="58">
                  <c:v>-1.975376681</c:v>
                </c:pt>
                <c:pt idx="59">
                  <c:v>-1.993834667</c:v>
                </c:pt>
                <c:pt idx="60">
                  <c:v>-2</c:v>
                </c:pt>
                <c:pt idx="61">
                  <c:v>-1.993834667</c:v>
                </c:pt>
                <c:pt idx="62">
                  <c:v>-1.975376681</c:v>
                </c:pt>
                <c:pt idx="63">
                  <c:v>-1.944739841</c:v>
                </c:pt>
                <c:pt idx="64">
                  <c:v>-1.902113033</c:v>
                </c:pt>
                <c:pt idx="65">
                  <c:v>-1.847759065</c:v>
                </c:pt>
                <c:pt idx="66">
                  <c:v>-1.782013048</c:v>
                </c:pt>
                <c:pt idx="67">
                  <c:v>-1.705280329</c:v>
                </c:pt>
                <c:pt idx="68">
                  <c:v>-1.618033989</c:v>
                </c:pt>
                <c:pt idx="69">
                  <c:v>-1.520811931</c:v>
                </c:pt>
                <c:pt idx="70">
                  <c:v>-1.414213562</c:v>
                </c:pt>
                <c:pt idx="71">
                  <c:v>-1.298896097</c:v>
                </c:pt>
                <c:pt idx="72">
                  <c:v>-1.175570505</c:v>
                </c:pt>
                <c:pt idx="73">
                  <c:v>-1.044997129</c:v>
                </c:pt>
                <c:pt idx="74">
                  <c:v>-0.907980999</c:v>
                </c:pt>
                <c:pt idx="75">
                  <c:v>-0.765366865</c:v>
                </c:pt>
                <c:pt idx="76">
                  <c:v>-0.618033989</c:v>
                </c:pt>
                <c:pt idx="77">
                  <c:v>-0.466890728</c:v>
                </c:pt>
                <c:pt idx="78">
                  <c:v>-0.31286893</c:v>
                </c:pt>
                <c:pt idx="79">
                  <c:v>-0.156918191</c:v>
                </c:pt>
                <c:pt idx="80">
                  <c:v>-0</c:v>
                </c:pt>
                <c:pt idx="81">
                  <c:v>0.156918191</c:v>
                </c:pt>
                <c:pt idx="82">
                  <c:v>0.31286893</c:v>
                </c:pt>
                <c:pt idx="83">
                  <c:v>0.466890728</c:v>
                </c:pt>
                <c:pt idx="84">
                  <c:v>0.618033989</c:v>
                </c:pt>
                <c:pt idx="85">
                  <c:v>0.765366865</c:v>
                </c:pt>
                <c:pt idx="86">
                  <c:v>0.907980999</c:v>
                </c:pt>
                <c:pt idx="87">
                  <c:v>1.044997129</c:v>
                </c:pt>
                <c:pt idx="88">
                  <c:v>1.175570505</c:v>
                </c:pt>
                <c:pt idx="89">
                  <c:v>1.298896097</c:v>
                </c:pt>
                <c:pt idx="90">
                  <c:v>1.414213562</c:v>
                </c:pt>
                <c:pt idx="91">
                  <c:v>1.520811931</c:v>
                </c:pt>
                <c:pt idx="92">
                  <c:v>1.618033989</c:v>
                </c:pt>
                <c:pt idx="93">
                  <c:v>1.705280329</c:v>
                </c:pt>
                <c:pt idx="94">
                  <c:v>1.782013048</c:v>
                </c:pt>
                <c:pt idx="95">
                  <c:v>1.847759065</c:v>
                </c:pt>
                <c:pt idx="96">
                  <c:v>1.902113033</c:v>
                </c:pt>
                <c:pt idx="97">
                  <c:v>1.944739841</c:v>
                </c:pt>
                <c:pt idx="98">
                  <c:v>1.975376681</c:v>
                </c:pt>
                <c:pt idx="99">
                  <c:v>1.993834667</c:v>
                </c:pt>
                <c:pt idx="100">
                  <c:v>2</c:v>
                </c:pt>
                <c:pt idx="101">
                  <c:v>1.993834667</c:v>
                </c:pt>
                <c:pt idx="102">
                  <c:v>1.975376681</c:v>
                </c:pt>
                <c:pt idx="103">
                  <c:v>1.944739841</c:v>
                </c:pt>
                <c:pt idx="104">
                  <c:v>1.902113033</c:v>
                </c:pt>
                <c:pt idx="105">
                  <c:v>1.847759065</c:v>
                </c:pt>
                <c:pt idx="106">
                  <c:v>1.782013048</c:v>
                </c:pt>
                <c:pt idx="107">
                  <c:v>1.705280329</c:v>
                </c:pt>
                <c:pt idx="108">
                  <c:v>1.618033989</c:v>
                </c:pt>
                <c:pt idx="109">
                  <c:v>1.520811931</c:v>
                </c:pt>
                <c:pt idx="110">
                  <c:v>1.414213562</c:v>
                </c:pt>
                <c:pt idx="111">
                  <c:v>1.298896097</c:v>
                </c:pt>
                <c:pt idx="112">
                  <c:v>1.175570505</c:v>
                </c:pt>
                <c:pt idx="113">
                  <c:v>1.044997129</c:v>
                </c:pt>
                <c:pt idx="114">
                  <c:v>0.907980999</c:v>
                </c:pt>
                <c:pt idx="115">
                  <c:v>0.765366865</c:v>
                </c:pt>
                <c:pt idx="116">
                  <c:v>0.618033989</c:v>
                </c:pt>
                <c:pt idx="117">
                  <c:v>0.466890728</c:v>
                </c:pt>
                <c:pt idx="118">
                  <c:v>0.31286893</c:v>
                </c:pt>
                <c:pt idx="119">
                  <c:v>0.156918191</c:v>
                </c:pt>
                <c:pt idx="120">
                  <c:v>0</c:v>
                </c:pt>
                <c:pt idx="121">
                  <c:v>-0.156918191</c:v>
                </c:pt>
                <c:pt idx="122">
                  <c:v>-0.31286893</c:v>
                </c:pt>
                <c:pt idx="123">
                  <c:v>-0.466890728</c:v>
                </c:pt>
                <c:pt idx="124">
                  <c:v>-0.618033989</c:v>
                </c:pt>
                <c:pt idx="125">
                  <c:v>-0.765366865</c:v>
                </c:pt>
                <c:pt idx="126">
                  <c:v>-0.907980999</c:v>
                </c:pt>
                <c:pt idx="127">
                  <c:v>-1.044997129</c:v>
                </c:pt>
                <c:pt idx="128">
                  <c:v>-1.175570505</c:v>
                </c:pt>
                <c:pt idx="129">
                  <c:v>-1.298896097</c:v>
                </c:pt>
                <c:pt idx="130">
                  <c:v>-1.414213562</c:v>
                </c:pt>
                <c:pt idx="131">
                  <c:v>-1.520811931</c:v>
                </c:pt>
                <c:pt idx="132">
                  <c:v>-1.618033989</c:v>
                </c:pt>
                <c:pt idx="133">
                  <c:v>-1.705280329</c:v>
                </c:pt>
                <c:pt idx="134">
                  <c:v>-1.782013048</c:v>
                </c:pt>
                <c:pt idx="135">
                  <c:v>-1.847759065</c:v>
                </c:pt>
                <c:pt idx="136">
                  <c:v>-1.902113033</c:v>
                </c:pt>
                <c:pt idx="137">
                  <c:v>-1.944739841</c:v>
                </c:pt>
                <c:pt idx="138">
                  <c:v>-1.975376681</c:v>
                </c:pt>
                <c:pt idx="139">
                  <c:v>-1.993834667</c:v>
                </c:pt>
                <c:pt idx="140">
                  <c:v>-2</c:v>
                </c:pt>
                <c:pt idx="141">
                  <c:v>-1.993834667</c:v>
                </c:pt>
                <c:pt idx="142">
                  <c:v>-1.975376681</c:v>
                </c:pt>
                <c:pt idx="143">
                  <c:v>-1.944739841</c:v>
                </c:pt>
                <c:pt idx="144">
                  <c:v>-1.902113033</c:v>
                </c:pt>
                <c:pt idx="145">
                  <c:v>-1.847759065</c:v>
                </c:pt>
                <c:pt idx="146">
                  <c:v>-1.782013048</c:v>
                </c:pt>
                <c:pt idx="147">
                  <c:v>-1.705280329</c:v>
                </c:pt>
                <c:pt idx="148">
                  <c:v>-1.618033989</c:v>
                </c:pt>
                <c:pt idx="149">
                  <c:v>-1.520811931</c:v>
                </c:pt>
                <c:pt idx="150">
                  <c:v>-1.414213562</c:v>
                </c:pt>
                <c:pt idx="151">
                  <c:v>-1.298896097</c:v>
                </c:pt>
                <c:pt idx="152">
                  <c:v>-1.175570505</c:v>
                </c:pt>
                <c:pt idx="153">
                  <c:v>-1.044997129</c:v>
                </c:pt>
                <c:pt idx="154">
                  <c:v>-0.907980999</c:v>
                </c:pt>
                <c:pt idx="155">
                  <c:v>-0.765366865</c:v>
                </c:pt>
                <c:pt idx="156">
                  <c:v>-0.618033989</c:v>
                </c:pt>
                <c:pt idx="157">
                  <c:v>-0.466890728</c:v>
                </c:pt>
                <c:pt idx="158">
                  <c:v>-0.31286893</c:v>
                </c:pt>
                <c:pt idx="159">
                  <c:v>-0.156918191</c:v>
                </c:pt>
                <c:pt idx="160">
                  <c:v>-0</c:v>
                </c:pt>
              </c:numCache>
            </c:numRef>
          </c:yVal>
          <c:smooth val="1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y in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D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263320"/>
                    </a:solidFill>
                    <a:latin typeface="Calibri"/>
                    <a:ea typeface="Calibri"/>
                    <a:cs typeface="Calibri"/>
                  </a:rPr>
                  <a:t>Zeit t in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32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633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BB7830-8E3B-49C7-91F7-4A5187655760}"/>
              </a:ext>
            </a:extLst>
          </p:cNvPr>
          <p:cNvSpPr>
            <a:spLocks xmlns:a="http://schemas.openxmlformats.org/drawingml/2006/main" noGrp="1"/>
          </p:cNvSpPr>
          <p:nvPr>
            <p:ph type="title" idx="103" hasCustomPrompt="1"/>
          </p:nvPr>
        </p:nvSpPr>
        <p:spPr>
          <a:xfrm xmlns:a="http://schemas.openxmlformats.org/drawingml/2006/main">
            <a:off x="552450" y="1762125"/>
            <a:ext cx="7858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4000" b="1">
                <a:solidFill>
                  <a:schemeClr val="bg1"/>
                </a:solidFill>
                <a:latin typeface="Cambria"/>
                <a:ea typeface="Cambria"/>
                <a:cs typeface="Cambria"/>
              </a:defRPr>
            </a:lvl1pPr>
            <a:lvl2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2pPr>
            <a:lvl3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3pPr>
            <a:lvl4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4pPr>
            <a:lvl5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5pPr>
            <a:lvl6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6pPr>
            <a:lvl7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7pPr>
            <a:lvl8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8pPr>
            <a:lvl9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lang="de-AT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Schwingungen</a:t>
            </a:r>
            <a:endParaRPr sz="4000"/>
          </a:p>
          <a:p xmlns:a="http://schemas.openxmlformats.org/drawingml/2006/main">
            <a:pPr marL="0" indent="0" algn="l"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lang="de-AT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und Wellen</a:t>
            </a:r>
            <a:endParaRPr sz="4000"/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394F91D9-3614-4870-BD75-AEC3D45E3A52}"/>
              </a:ext>
            </a:extLst>
          </p:cNvPr>
          <p:cNvSpPr>
            <a:spLocks xmlns:a="http://schemas.openxmlformats.org/drawingml/2006/main" noGrp="1"/>
          </p:cNvSpPr>
          <p:nvPr>
            <p:ph type="body" idx="104" hasCustomPrompt="1"/>
          </p:nvPr>
        </p:nvSpPr>
        <p:spPr>
          <a:xfrm xmlns:a="http://schemas.openxmlformats.org/drawingml/2006/main">
            <a:off x="571500" y="34766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defPPr>
            <a:lvl1pPr marL="0" indent="0">
              <a:buNone/>
              <a:defRPr sz="2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  <a:lvl2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2pPr>
            <a:lvl3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3pPr>
            <a:lvl4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4pPr>
            <a:lvl5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5pPr>
            <a:lvl6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6pPr>
            <a:lvl7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7pPr>
            <a:lvl8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8pPr>
            <a:lvl9pPr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>
              <a:buNone/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pPr>
            <a:r>
              <a:rPr sz="2200" lang="de-AT">
                <a:solidFill>
                  <a:srgbClr val="DBE6CA"/>
                </a:solidFill>
                <a:latin typeface="Calibri"/>
                <a:ea typeface="Calibri"/>
                <a:cs typeface="Calibri"/>
              </a:rPr>
              <a:t>NAWI · 4AK / 4BK</a:t>
            </a:r>
            <a:endParaRPr sz="2200"/>
          </a:p>
          <a:p xmlns:a="http://schemas.openxmlformats.org/drawingml/2006/main">
            <a:pPr marL="0" indent="0">
              <a:buNone/>
              <a:defRPr sz="2200">
                <a:solidFill>
                  <a:srgbClr val="DBE6CA"/>
                </a:solidFill>
                <a:latin typeface="Calibri"/>
                <a:ea typeface="Calibri"/>
                <a:cs typeface="Calibri"/>
              </a:defRPr>
            </a:pPr>
            <a:r>
              <a:rPr sz="2200" lang="de-AT">
                <a:solidFill>
                  <a:srgbClr val="DBE6CA"/>
                </a:solidFill>
                <a:latin typeface="Calibri"/>
                <a:ea typeface="Calibri"/>
                <a:cs typeface="Calibri"/>
              </a:rPr>
              <a:t>Trauner NAWI 4 · S. 47–59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823632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Wer schwingt schneller?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42A077EF-E912-4D6D-9EC5-43500952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A2FF9997-CC40-4CB0-A425-4C575E9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5234FB42-56A5-40FF-9E36-69BE7D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48–50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3A0E41-0A5B-4D92-8D17-9C956DA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299F8-CFE3-4FA3-AC83-FC4CABB37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960e702834216"/>
          <a:stretch xmlns:a="http://schemas.openxmlformats.org/drawingml/2006/main"/>
        </p:blipFill>
        <p:spPr>
          <a:xfrm xmlns:a="http://schemas.openxmlformats.org/drawingml/2006/main">
            <a:off x="428625" y="1127654"/>
            <a:ext cx="5238750" cy="2735792"/>
          </a:xfrm>
          <a:prstGeom xmlns:a="http://schemas.openxmlformats.org/drawingml/2006/main" prst="rect">
            <a:avLst/>
          </a:prstGeom>
        </p:spPr>
      </p:pic>
      <p:sp>
        <p:nvSpPr>
          <p:cNvPr id="7" name="vote">
            <a:extLst xmlns:a="http://schemas.openxmlformats.org/drawingml/2006/main">
              <a:ext uri="{FF2B5EF4-FFF2-40B4-BE49-F238E27FC236}">
                <a16:creationId xmlns:a16="http://schemas.microsoft.com/office/drawing/2014/main" id="{E7848EA8-80FC-4209-9849-BCA7AB9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906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Gleiche Länge.</a:t>
            </a:r>
          </a:p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Kleine Auslenkung.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934CAF6-972F-43ED-A31C-721C6081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Schwerer: schneller,</a:t>
            </a:r>
          </a:p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langsamer oder</a:t>
            </a:r>
          </a:p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gleich schnell?</a:t>
            </a:r>
          </a:p>
        </p:txBody>
      </p:sp>
      <p:sp>
        <p:nvSpPr>
          <p:cNvPr id="9" name="impulse">
            <a:extLst xmlns:a="http://schemas.openxmlformats.org/drawingml/2006/main">
              <a:ext uri="{FF2B5EF4-FFF2-40B4-BE49-F238E27FC236}">
                <a16:creationId xmlns:a16="http://schemas.microsoft.com/office/drawing/2014/main" id="{9A19BD31-F0E5-4FBA-8ADC-FD551D5A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Handzeichen und eine kurze Begründung</a:t>
            </a:r>
          </a:p>
        </p:txBody>
      </p:sp>
    </p:spTree>
    <p:extLst>
      <p:ext uri="{BB962C8B-B14F-4D97-AF65-F5344CB8AC3E}">
        <p14:creationId xmlns:p14="http://schemas.microsoft.com/office/powerpoint/2010/main" val="422410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Das kannst du danach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0A694FF3-46A5-415B-B63B-AD2FD54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9747BEFF-FFDE-4BB3-B072-98BC1E0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3B6F6166-8F2A-4693-9B08-6788A52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48–59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5FC3C-27A5-48FE-915F-3706C41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5A9D33C3-C3FC-44EC-80E1-C62FF29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906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A, T und f an einem Diagramm bestimmen.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243715F-7B53-4927-92C2-A3BA80CA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35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Pendel, Dämpfung und Resonanz erklären.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4242D373-98C8-47FE-A234-4334F8E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765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Wellen unterscheiden und mit v = λ · f rechnen.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C40A0C58-2B9D-4670-90DF-B9859B8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Funk, Licht und UV einordnen und Schutz begründen.</a:t>
            </a:r>
          </a:p>
        </p:txBody>
      </p:sp>
    </p:spTree>
    <p:extLst>
      <p:ext uri="{BB962C8B-B14F-4D97-AF65-F5344CB8AC3E}">
        <p14:creationId xmlns:p14="http://schemas.microsoft.com/office/powerpoint/2010/main" val="8661321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Eine volle Schwingung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9B022054-9713-4632-99AC-75B95DD2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D0702DBA-73BB-4612-8607-CB8147FA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53A9CA51-ECE1-4743-83C4-DBE338E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48–49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A90047-8D9F-43A7-A3C9-5F52A491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41F53-7F6A-4A71-9539-9B8B49F58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e02aa50be408e"/>
          <a:stretch xmlns:a="http://schemas.openxmlformats.org/drawingml/2006/main"/>
        </p:blipFill>
        <p:spPr>
          <a:xfrm xmlns:a="http://schemas.openxmlformats.org/drawingml/2006/main">
            <a:off x="476250" y="1123421"/>
            <a:ext cx="5095875" cy="2944283"/>
          </a:xfrm>
          <a:prstGeom xmlns:a="http://schemas.openxmlformats.org/drawingml/2006/main" prst="rect">
            <a:avLst/>
          </a:prstGeom>
        </p:spPr>
      </p:pic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6626DB3B-3AD4-4B8B-B872-C9702772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21920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 Körper bewegt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sich wiederholt um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eine Ruhelage.</a:t>
            </a:r>
          </a:p>
        </p:txBody>
      </p:sp>
      <p:sp>
        <p:nvSpPr>
          <p:cNvPr id="8" name="cycle">
            <a:extLst xmlns:a="http://schemas.openxmlformats.org/drawingml/2006/main">
              <a:ext uri="{FF2B5EF4-FFF2-40B4-BE49-F238E27FC236}">
                <a16:creationId xmlns:a16="http://schemas.microsoft.com/office/drawing/2014/main" id="{9E33BB4C-A914-46ED-B6CD-498A114D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9875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Voller Zyklus:</a:t>
            </a:r>
          </a:p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Gleicher Ort und</a:t>
            </a:r>
          </a:p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gleiche Richtung.</a:t>
            </a:r>
          </a:p>
        </p:txBody>
      </p:sp>
      <p:sp>
        <p:nvSpPr>
          <p:cNvPr id="9" name="check">
            <a:extLst xmlns:a="http://schemas.openxmlformats.org/drawingml/2006/main">
              <a:ext uri="{FF2B5EF4-FFF2-40B4-BE49-F238E27FC236}">
                <a16:creationId xmlns:a16="http://schemas.microsoft.com/office/drawing/2014/main" id="{E7F85960-E269-4933-AC77-794D3918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Links bis rechts: Wie viel einer Schwingung?</a:t>
            </a:r>
          </a:p>
        </p:txBody>
      </p:sp>
    </p:spTree>
    <p:extLst>
      <p:ext uri="{BB962C8B-B14F-4D97-AF65-F5344CB8AC3E}">
        <p14:creationId xmlns:p14="http://schemas.microsoft.com/office/powerpoint/2010/main" val="2003644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Amplitude, Periodendauer, Frequenz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FDBA3E05-9643-4DA9-B8CA-FF1476CF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EBD0ADDE-3C6A-4EE8-96AB-3633874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AC161A76-D803-40C9-B8F0-A0ABD8E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BBF4EE-C335-4803-9686-673E6A2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1D3D96F-F254-4737-854A-83C36025B7DB}"/>
              </a:ext>
            </a:extLst>
          </p:cNvPr>
          <p:cNvGraphicFramePr/>
          <p:nvPr/>
        </p:nvGraphicFramePr>
        <p:xfrm>
          <a:off xmlns:a="http://schemas.openxmlformats.org/drawingml/2006/main" x="333375" y="1143000"/>
          <a:ext xmlns:a="http://schemas.openxmlformats.org/drawingml/2006/main" cx="547687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fd5e561a6f4988"/>
          </a:graphicData>
        </a:graphic>
      </p:graphicFrame>
      <p:sp>
        <p:nvSpPr>
          <p:cNvPr id="7" name="amp">
            <a:extLst xmlns:a="http://schemas.openxmlformats.org/drawingml/2006/main">
              <a:ext uri="{FF2B5EF4-FFF2-40B4-BE49-F238E27FC236}">
                <a16:creationId xmlns:a16="http://schemas.microsoft.com/office/drawing/2014/main" id="{993E2459-08BA-4153-8D6D-6E839C7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A = 4 cm</a:t>
            </a:r>
          </a:p>
          <a:p xmlns:a="http://schemas.openxmlformats.org/drawingml/2006/main">
            <a: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größte Auslenkung</a:t>
            </a:r>
          </a:p>
        </p:txBody>
      </p:sp>
      <p:sp>
        <p:nvSpPr>
          <p:cNvPr id="8" name="period">
            <a:extLst xmlns:a="http://schemas.openxmlformats.org/drawingml/2006/main">
              <a:ext uri="{FF2B5EF4-FFF2-40B4-BE49-F238E27FC236}">
                <a16:creationId xmlns:a16="http://schemas.microsoft.com/office/drawing/2014/main" id="{E3E5553B-4E0C-43D9-A23F-75A8ED0D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T = 1,0 s</a:t>
            </a:r>
          </a:p>
          <a:p xmlns:a="http://schemas.openxmlformats.org/drawingml/2006/main">
            <a: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Zeit für einen Zyklus</a:t>
            </a:r>
          </a:p>
        </p:txBody>
      </p:sp>
      <p:sp>
        <p:nvSpPr>
          <p:cNvPr id="9" name="freq">
            <a:extLst xmlns:a="http://schemas.openxmlformats.org/drawingml/2006/main">
              <a:ext uri="{FF2B5EF4-FFF2-40B4-BE49-F238E27FC236}">
                <a16:creationId xmlns:a16="http://schemas.microsoft.com/office/drawing/2014/main" id="{A5EA3D1E-B426-4D26-9F70-5F51658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671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f = 1 / T = 1,0 Hz</a:t>
            </a:r>
          </a:p>
        </p:txBody>
      </p:sp>
    </p:spTree>
    <p:extLst>
      <p:ext uri="{BB962C8B-B14F-4D97-AF65-F5344CB8AC3E}">
        <p14:creationId xmlns:p14="http://schemas.microsoft.com/office/powerpoint/2010/main" val="1057706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Aufgabe 1: Diagramm lesen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91088C2D-F962-427A-A751-0FBDC8AF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4A5B2829-72DE-4BF9-84FE-943D589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DF4BAA19-349A-46A3-9ABC-96DE26F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8A1637-5F34-4B3C-802C-D2FAD07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DB1F1F9-43F0-405B-9DA8-1F72F2E1E46C}"/>
              </a:ext>
            </a:extLst>
          </p:cNvPr>
          <p:cNvGraphicFramePr/>
          <p:nvPr/>
        </p:nvGraphicFramePr>
        <p:xfrm>
          <a:off xmlns:a="http://schemas.openxmlformats.org/drawingml/2006/main" x="304800" y="1190625"/>
          <a:ext xmlns:a="http://schemas.openxmlformats.org/drawingml/2006/main" cx="5476875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505959fd904afa"/>
          </a:graphicData>
        </a:graphic>
      </p:graphicFrame>
      <p:sp>
        <p:nvSpPr>
          <p:cNvPr id="7" name="task">
            <a:extLst xmlns:a="http://schemas.openxmlformats.org/drawingml/2006/main">
              <a:ext uri="{FF2B5EF4-FFF2-40B4-BE49-F238E27FC236}">
                <a16:creationId xmlns:a16="http://schemas.microsoft.com/office/drawing/2014/main" id="{93ED3E71-2658-440E-9471-92C0DA25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A, T und f?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Mit Einheit.</a:t>
            </a:r>
          </a:p>
        </p:txBody>
      </p:sp>
      <p:sp>
        <p:nvSpPr>
          <p:cNvPr id="8" name="REVEAL-6">
            <a:extLst xmlns:a="http://schemas.openxmlformats.org/drawingml/2006/main">
              <a:ext uri="{FF2B5EF4-FFF2-40B4-BE49-F238E27FC236}">
                <a16:creationId xmlns:a16="http://schemas.microsoft.com/office/drawing/2014/main" id="{A0731528-0431-4D1C-A7F3-E3A31C9A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266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6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A = 3 cm</a:t>
            </a:r>
          </a:p>
          <a:p xmlns:a="http://schemas.openxmlformats.org/drawingml/2006/main">
            <a: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6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T = 0,80 s</a:t>
            </a:r>
          </a:p>
          <a:p xmlns:a="http://schemas.openxmlformats.org/drawingml/2006/main">
            <a:pPr>
              <a:defRPr sz="26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6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f = 1,25 Hz</a:t>
            </a:r>
          </a:p>
        </p:txBody>
      </p:sp>
      <p:sp>
        <p:nvSpPr>
          <p:cNvPr id="9" name="working">
            <a:extLst xmlns:a="http://schemas.openxmlformats.org/drawingml/2006/main">
              <a:ext uri="{FF2B5EF4-FFF2-40B4-BE49-F238E27FC236}">
                <a16:creationId xmlns:a16="http://schemas.microsoft.com/office/drawing/2014/main" id="{6D497C45-687C-4A4F-920E-DDEFDF1B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67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18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5 min · A1 am Arbeitsblatt · Lösung nach der Arbeitsphase</a:t>
            </a:r>
          </a:p>
        </p:txBody>
      </p:sp>
    </p:spTree>
    <p:extLst>
      <p:ext uri="{BB962C8B-B14F-4D97-AF65-F5344CB8AC3E}">
        <p14:creationId xmlns:p14="http://schemas.microsoft.com/office/powerpoint/2010/main" val="4161079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Das Modell des Fadenpendels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2ACEC47A-ED11-4F31-9FF9-93A9ED0A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5A06D1BC-C073-4009-889B-6C099429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5F28DEFC-8F02-4D31-B99C-0224C74F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50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0D2F80-0E96-4C51-8671-FDEDCC5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13B0106C-1A4F-47A2-AD59-542D2633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8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38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T = 2π · √(l / g)</a:t>
            </a:r>
          </a:p>
        </p:txBody>
      </p:sp>
      <p:sp>
        <p:nvSpPr>
          <p:cNvPr id="7" name="length">
            <a:extLst xmlns:a="http://schemas.openxmlformats.org/drawingml/2006/main">
              <a:ext uri="{FF2B5EF4-FFF2-40B4-BE49-F238E27FC236}">
                <a16:creationId xmlns:a16="http://schemas.microsoft.com/office/drawing/2014/main" id="{5706213C-29A3-4894-8273-68D9143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l: Aufhängung bis zum Schwerpunkt</a:t>
            </a:r>
          </a:p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g = 9,81 m/s²</a:t>
            </a:r>
          </a:p>
        </p:txBody>
      </p:sp>
      <p:sp>
        <p:nvSpPr>
          <p:cNvPr id="8" name="model">
            <a:extLst xmlns:a="http://schemas.openxmlformats.org/drawingml/2006/main">
              <a:ext uri="{FF2B5EF4-FFF2-40B4-BE49-F238E27FC236}">
                <a16:creationId xmlns:a16="http://schemas.microsoft.com/office/drawing/2014/main" id="{0F6D4D18-971D-48FF-B96C-FE59DCE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776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Kleine Auslenkung, leichter Faden, kleiner Pendelkörper</a:t>
            </a:r>
          </a:p>
        </p:txBody>
      </p:sp>
      <p:sp>
        <p:nvSpPr>
          <p:cNvPr id="9" name="mass">
            <a:extLst xmlns:a="http://schemas.openxmlformats.org/drawingml/2006/main">
              <a:ext uri="{FF2B5EF4-FFF2-40B4-BE49-F238E27FC236}">
                <a16:creationId xmlns:a16="http://schemas.microsoft.com/office/drawing/2014/main" id="{5C1065D1-E67C-4550-AC0C-4127680B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76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Im Modell beeinflusst die Masse T nicht.</a:t>
            </a:r>
          </a:p>
        </p:txBody>
      </p:sp>
    </p:spTree>
    <p:extLst>
      <p:ext uri="{BB962C8B-B14F-4D97-AF65-F5344CB8AC3E}">
        <p14:creationId xmlns:p14="http://schemas.microsoft.com/office/powerpoint/2010/main" val="18220816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Pendelversuch: Nur die Länge ändern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EAF18C8E-48E6-4F11-BFC6-8B47B2B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FE0C304E-88D5-4549-9E5D-18F5FDD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DE50B514-5D2C-481F-A415-BFAE2BF0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49–50 · K2.1-V1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96A155-B7E9-46C4-8C57-FB293A57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2CCC9-38AA-4F43-8430-367939630E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85ed4936f4ea9"/>
          <a:stretch xmlns:a="http://schemas.openxmlformats.org/drawingml/2006/main"/>
        </p:blipFill>
        <p:spPr>
          <a:xfrm xmlns:a="http://schemas.openxmlformats.org/drawingml/2006/main">
            <a:off x="409575" y="1086549"/>
            <a:ext cx="4686300" cy="3275203"/>
          </a:xfrm>
          <a:prstGeom xmlns:a="http://schemas.openxmlformats.org/drawingml/2006/main" prst="rect">
            <a:avLst/>
          </a:prstGeom>
        </p:spPr>
      </p:pic>
      <p:sp>
        <p:nvSpPr>
          <p:cNvPr id="7" name="measure">
            <a:extLst xmlns:a="http://schemas.openxmlformats.org/drawingml/2006/main">
              <a:ext uri="{FF2B5EF4-FFF2-40B4-BE49-F238E27FC236}">
                <a16:creationId xmlns:a16="http://schemas.microsoft.com/office/drawing/2014/main" id="{AB80301C-6719-49A0-9410-3216FBE8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811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0,40 m und 0,90 m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Je 2 Läufe mit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10 Schwingungen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7E20D638-1DBF-4C5B-B551-79D0A61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670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1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2 Zeitnehmer je Gruppe.</a:t>
            </a:r>
          </a:p>
          <a:p xmlns:a="http://schemas.openxmlformats.org/drawingml/2006/main">
            <a: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1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Pro Lauf ihre Zeiten mitteln.</a:t>
            </a:r>
          </a:p>
          <a:p xmlns:a="http://schemas.openxmlformats.org/drawingml/2006/main">
            <a: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1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Danach beide Läufe mitteln.</a:t>
            </a:r>
          </a:p>
        </p:txBody>
      </p:sp>
      <p:sp>
        <p:nvSpPr>
          <p:cNvPr id="9" name="safety">
            <a:extLst xmlns:a="http://schemas.openxmlformats.org/drawingml/2006/main">
              <a:ext uri="{FF2B5EF4-FFF2-40B4-BE49-F238E27FC236}">
                <a16:creationId xmlns:a16="http://schemas.microsoft.com/office/drawing/2014/main" id="{310E6801-CC1E-4635-8B3F-6BD3F6BA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909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A33A2B"/>
                </a:solidFill>
                <a:latin typeface="Calibri"/>
                <a:ea typeface="Calibri"/>
                <a:cs typeface="Calibri"/>
              </a:rPr>
              <a:t>Schwingungsebene frei.</a:t>
            </a:r>
          </a:p>
          <a:p xmlns:a="http://schemas.openxmlformats.org/drawingml/2006/main">
            <a: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A33A2B"/>
                </a:solidFill>
                <a:latin typeface="Calibri"/>
                <a:ea typeface="Calibri"/>
                <a:cs typeface="Calibri"/>
              </a:rPr>
              <a:t>Gewicht sicher befestigen.</a:t>
            </a:r>
          </a:p>
        </p:txBody>
      </p:sp>
    </p:spTree>
    <p:extLst>
      <p:ext uri="{BB962C8B-B14F-4D97-AF65-F5344CB8AC3E}">
        <p14:creationId xmlns:p14="http://schemas.microsoft.com/office/powerpoint/2010/main" val="1184114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Pendel: Ergebnis und Anwendung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AB862B2A-68C3-403A-9784-CE0B10BF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16A0599E-FE84-46E3-8675-EC8411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22CF189D-E35C-4ECD-8F11-5CB2982E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50 · Aufgaben 2–3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979348-0A4F-412E-BEED-3041F710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6" name="measured">
            <a:extLst xmlns:a="http://schemas.openxmlformats.org/drawingml/2006/main">
              <a:ext uri="{FF2B5EF4-FFF2-40B4-BE49-F238E27FC236}">
                <a16:creationId xmlns:a16="http://schemas.microsoft.com/office/drawing/2014/main" id="{CC444BBA-3FAC-4D39-9342-41682AB9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Zuerst eure Messung: Welche Länge braucht länger?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AC771BC-40A6-4680-BD43-DDF51AB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A3: l = 0,81 m, g = 9,81 m/s²</a:t>
            </a:r>
          </a:p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Berechne T. Was bewirken vierfache Länge</a:t>
            </a:r>
          </a:p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und doppelte Masse?</a:t>
            </a:r>
          </a:p>
        </p:txBody>
      </p:sp>
      <p:sp>
        <p:nvSpPr>
          <p:cNvPr id="8" name="REVEAL-7">
            <a:extLst xmlns:a="http://schemas.openxmlformats.org/drawingml/2006/main">
              <a:ext uri="{FF2B5EF4-FFF2-40B4-BE49-F238E27FC236}">
                <a16:creationId xmlns:a16="http://schemas.microsoft.com/office/drawing/2014/main" id="{F28DA181-1D43-4202-902C-410DEFBC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809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T = 1,81 s</a:t>
            </a:r>
          </a:p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Vierfache Länge: doppelte Periodendauer.</a:t>
            </a:r>
          </a:p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Doppelte Masse: gleiche Periodendauer.</a:t>
            </a:r>
          </a:p>
        </p:txBody>
      </p:sp>
    </p:spTree>
    <p:extLst>
      <p:ext uri="{BB962C8B-B14F-4D97-AF65-F5344CB8AC3E}">
        <p14:creationId xmlns:p14="http://schemas.microsoft.com/office/powerpoint/2010/main" val="11040237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Feder und Stoßdämpfer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079B2961-B707-44C1-8908-237AC2CA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3EA16B3A-EB40-4560-86E6-46BC562F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43795AC3-4D64-496C-8964-3540528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52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BCD3E2-8454-45F3-98EA-86784B6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C32A3-81BB-407F-9009-D5743446A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3163fe9c44e5d"/>
          <a:stretch xmlns:a="http://schemas.openxmlformats.org/drawingml/2006/main"/>
        </p:blipFill>
        <p:spPr>
          <a:xfrm xmlns:a="http://schemas.openxmlformats.org/drawingml/2006/main">
            <a:off x="428625" y="1151996"/>
            <a:ext cx="4762500" cy="2487083"/>
          </a:xfrm>
          <a:prstGeom xmlns:a="http://schemas.openxmlformats.org/drawingml/2006/main" prst="rect">
            <a:avLst/>
          </a:prstGeom>
        </p:spPr>
      </p:pic>
      <p:sp>
        <p:nvSpPr>
          <p:cNvPr id="7" name="spring">
            <a:extLst xmlns:a="http://schemas.openxmlformats.org/drawingml/2006/main">
              <a:ext uri="{FF2B5EF4-FFF2-40B4-BE49-F238E27FC236}">
                <a16:creationId xmlns:a16="http://schemas.microsoft.com/office/drawing/2014/main" id="{8967C658-AFA7-4DF7-9A89-D76C06F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2382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Feder: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speichert Energie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und gibt sie zurück.</a:t>
            </a:r>
          </a:p>
        </p:txBody>
      </p:sp>
      <p:sp>
        <p:nvSpPr>
          <p:cNvPr id="8" name="damper">
            <a:extLst xmlns:a="http://schemas.openxmlformats.org/drawingml/2006/main">
              <a:ext uri="{FF2B5EF4-FFF2-40B4-BE49-F238E27FC236}">
                <a16:creationId xmlns:a16="http://schemas.microsoft.com/office/drawing/2014/main" id="{A6072469-8947-4B9E-A38E-DE07EFD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7177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Dämpfer:</a:t>
            </a:r>
          </a:p>
          <a:p xmlns:a="http://schemas.openxmlformats.org/drawingml/2006/main">
            <a: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Schwingungsenergie</a:t>
            </a:r>
          </a:p>
          <a:p xmlns:a="http://schemas.openxmlformats.org/drawingml/2006/main">
            <a:pPr>
              <a:defRPr sz="24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4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wird zu Wärme.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09D27860-DEAC-4788-B488-739578C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0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Hier klingt die stärker gedämpfte Schwingung schneller ab.</a:t>
            </a:r>
          </a:p>
        </p:txBody>
      </p:sp>
    </p:spTree>
    <p:extLst>
      <p:ext uri="{BB962C8B-B14F-4D97-AF65-F5344CB8AC3E}">
        <p14:creationId xmlns:p14="http://schemas.microsoft.com/office/powerpoint/2010/main" val="12238296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Resonanz: Der passende Takt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DADF16AB-98F5-4BB5-8021-4426EC57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4BE2D745-AEA2-4AF9-94A2-9E5B70E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84A97314-16A3-4FCB-B242-4659EED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Versuch im Buch S. 53 · K2.1-V2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E2FDE4-FE2A-4730-BB30-DC8D100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8F534-2BFA-4206-B76F-F89EBDCEF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1e758c80e4b75"/>
          <a:stretch xmlns:a="http://schemas.openxmlformats.org/drawingml/2006/main"/>
        </p:blipFill>
        <p:spPr>
          <a:xfrm xmlns:a="http://schemas.openxmlformats.org/drawingml/2006/main">
            <a:off x="428625" y="1168135"/>
            <a:ext cx="4810125" cy="2511954"/>
          </a:xfrm>
          <a:prstGeom xmlns:a="http://schemas.openxmlformats.org/drawingml/2006/main" prst="rect">
            <a:avLst/>
          </a:prstGeom>
        </p:spPr>
      </p:pic>
      <p:sp>
        <p:nvSpPr>
          <p:cNvPr id="7" name="prediction">
            <a:extLst xmlns:a="http://schemas.openxmlformats.org/drawingml/2006/main">
              <a:ext uri="{FF2B5EF4-FFF2-40B4-BE49-F238E27FC236}">
                <a16:creationId xmlns:a16="http://schemas.microsoft.com/office/drawing/2014/main" id="{4DDB1043-03FA-4055-9541-7108FF0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001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Wann wird der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Ausschlag am größten?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5043CC7A-920A-4D66-8893-E7DBA67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Langsam anregen</a:t>
            </a:r>
          </a:p>
        </p:txBody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EC4FC87D-2998-4E21-B1B5-DE089AD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Im eigenen Takt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BD92EB8A-46CA-4390-BEB5-AF8D881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Schnell anregen</a:t>
            </a:r>
          </a:p>
        </p:txBody>
      </p:sp>
      <p:sp>
        <p:nvSpPr>
          <p:cNvPr id="11" name="merke">
            <a:extLst xmlns:a="http://schemas.openxmlformats.org/drawingml/2006/main">
              <a:ext uri="{FF2B5EF4-FFF2-40B4-BE49-F238E27FC236}">
                <a16:creationId xmlns:a16="http://schemas.microsoft.com/office/drawing/2014/main" id="{1D32A904-447A-437E-B252-824C4275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Nahe der Eigenfrequenz entsteht große Amplitude.</a:t>
            </a:r>
          </a:p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Dämpfung begrenzt sie.</a:t>
            </a:r>
          </a:p>
        </p:txBody>
      </p:sp>
    </p:spTree>
    <p:extLst>
      <p:ext uri="{BB962C8B-B14F-4D97-AF65-F5344CB8AC3E}">
        <p14:creationId xmlns:p14="http://schemas.microsoft.com/office/powerpoint/2010/main" val="7715031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Brücken und Resonanz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069F1382-3D0F-4E8B-A650-24D2A23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B37A14A4-592D-4A63-82A3-E7255D64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7559951E-8661-44D4-8591-71C0D36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53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349D8D-6BA6-4893-9A9B-5E66745A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6321C32A-71BF-443B-8659-3313D70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7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Gleichschritt</a:t>
            </a:r>
          </a:p>
        </p:txBody>
      </p:sp>
      <p:sp>
        <p:nvSpPr>
          <p:cNvPr id="7" name="left">
            <a:extLst xmlns:a="http://schemas.openxmlformats.org/drawingml/2006/main">
              <a:ext uri="{FF2B5EF4-FFF2-40B4-BE49-F238E27FC236}">
                <a16:creationId xmlns:a16="http://schemas.microsoft.com/office/drawing/2014/main" id="{E3392FDC-C91B-4276-AEA2-C11EB292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857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Regelmäßige Schritte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können eine Brücke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zum Schwingen anregen.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Broughton, 1831: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 mangelhafter Bolzen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versagte.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01C0591B-04CC-4266-AED9-32E41E1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811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7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Tacoma Narrows</a:t>
            </a:r>
          </a:p>
        </p:txBody>
      </p:sp>
      <p:sp>
        <p:nvSpPr>
          <p:cNvPr id="9" name="right">
            <a:extLst xmlns:a="http://schemas.openxmlformats.org/drawingml/2006/main">
              <a:ext uri="{FF2B5EF4-FFF2-40B4-BE49-F238E27FC236}">
                <a16:creationId xmlns:a16="http://schemas.microsoft.com/office/drawing/2014/main" id="{C6FC8057-CAB3-450E-B74A-405EB34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3857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1940: aeroelastisches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Flattern. Die Bewegung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und die Luftströmung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verstärkten sich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wechselseitig.</a:t>
            </a:r>
          </a:p>
        </p:txBody>
      </p:sp>
      <p:sp>
        <p:nvSpPr>
          <p:cNvPr id="10" name="limit">
            <a:extLst xmlns:a="http://schemas.openxmlformats.org/drawingml/2006/main">
              <a:ext uri="{FF2B5EF4-FFF2-40B4-BE49-F238E27FC236}">
                <a16:creationId xmlns:a16="http://schemas.microsoft.com/office/drawing/2014/main" id="{A6C9927D-0645-4FCF-B118-43699EA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576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A33A2B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A33A2B"/>
                </a:solidFill>
                <a:latin typeface="Calibri"/>
                <a:ea typeface="Calibri"/>
                <a:cs typeface="Calibri"/>
              </a:rPr>
              <a:t>Ob etwas bricht, hängt auch von Dämpfung und Festigkeit ab.</a:t>
            </a:r>
          </a:p>
        </p:txBody>
      </p:sp>
    </p:spTree>
    <p:extLst>
      <p:ext uri="{BB962C8B-B14F-4D97-AF65-F5344CB8AC3E}">
        <p14:creationId xmlns:p14="http://schemas.microsoft.com/office/powerpoint/2010/main" val="14332081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Partnercheck: Drei Fragen je Kadett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A523FE6A-500C-4255-BFCA-9D6A0531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41C21679-F330-4190-9DE3-7316A36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832F96E7-7033-41AB-A4C8-A7845D43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49–53 · Aufgabe 5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C8A945-488B-43B2-81BE-975A0F0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6" name="q-0">
            <a:extLst xmlns:a="http://schemas.openxmlformats.org/drawingml/2006/main">
              <a:ext uri="{FF2B5EF4-FFF2-40B4-BE49-F238E27FC236}">
                <a16:creationId xmlns:a16="http://schemas.microsoft.com/office/drawing/2014/main" id="{4F48EE2D-4472-4810-BE65-DD350E49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1. 20 Schwingungen in 40 s: T und f?</a:t>
            </a:r>
          </a:p>
        </p:txBody>
      </p:sp>
      <p:sp>
        <p:nvSpPr>
          <p:cNvPr id="7" name="REVEAL-6">
            <a:extLst xmlns:a="http://schemas.openxmlformats.org/drawingml/2006/main">
              <a:ext uri="{FF2B5EF4-FFF2-40B4-BE49-F238E27FC236}">
                <a16:creationId xmlns:a16="http://schemas.microsoft.com/office/drawing/2014/main" id="{3BA40970-6685-4181-AA79-BF41F1D6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T = 2 s, f = 0,5 Hz</a:t>
            </a:r>
          </a:p>
        </p:txBody>
      </p:sp>
      <p:sp>
        <p:nvSpPr>
          <p:cNvPr id="8" name="q-1">
            <a:extLst xmlns:a="http://schemas.openxmlformats.org/drawingml/2006/main">
              <a:ext uri="{FF2B5EF4-FFF2-40B4-BE49-F238E27FC236}">
                <a16:creationId xmlns:a16="http://schemas.microsoft.com/office/drawing/2014/main" id="{B164A120-CB84-421D-94AD-C117C658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2. Was bedeutet Amplitude?</a:t>
            </a:r>
          </a:p>
        </p:txBody>
      </p:sp>
      <p:sp>
        <p:nvSpPr>
          <p:cNvPr id="9" name="REVEAL-8">
            <a:extLst xmlns:a="http://schemas.openxmlformats.org/drawingml/2006/main">
              <a:ext uri="{FF2B5EF4-FFF2-40B4-BE49-F238E27FC236}">
                <a16:creationId xmlns:a16="http://schemas.microsoft.com/office/drawing/2014/main" id="{B120472D-D58C-4F86-A07E-79DE2A3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größte Auslenkung</a:t>
            </a:r>
          </a:p>
        </p:txBody>
      </p:sp>
      <p:sp>
        <p:nvSpPr>
          <p:cNvPr id="10" name="q-2">
            <a:extLst xmlns:a="http://schemas.openxmlformats.org/drawingml/2006/main">
              <a:ext uri="{FF2B5EF4-FFF2-40B4-BE49-F238E27FC236}">
                <a16:creationId xmlns:a16="http://schemas.microsoft.com/office/drawing/2014/main" id="{6967932C-7944-430D-8B48-E7624F7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432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3. Was bestimmt T am Fadenpendel?</a:t>
            </a:r>
          </a:p>
        </p:txBody>
      </p:sp>
      <p:sp>
        <p:nvSpPr>
          <p:cNvPr id="11" name="REVEAL-10">
            <a:extLst xmlns:a="http://schemas.openxmlformats.org/drawingml/2006/main">
              <a:ext uri="{FF2B5EF4-FFF2-40B4-BE49-F238E27FC236}">
                <a16:creationId xmlns:a16="http://schemas.microsoft.com/office/drawing/2014/main" id="{494ABDF1-C6A3-4160-AF69-29204B1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624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l und g, im Modell nicht m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1369665A-9743-449A-9424-2452405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1334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4. Stoßdämpfer: Wohin geht Energie?</a:t>
            </a:r>
          </a:p>
        </p:txBody>
      </p:sp>
      <p:sp>
        <p:nvSpPr>
          <p:cNvPr id="13" name="REVEAL-12">
            <a:extLst xmlns:a="http://schemas.openxmlformats.org/drawingml/2006/main">
              <a:ext uri="{FF2B5EF4-FFF2-40B4-BE49-F238E27FC236}">
                <a16:creationId xmlns:a16="http://schemas.microsoft.com/office/drawing/2014/main" id="{B8270015-F8FB-4C0D-827B-66269C8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7526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Energie wird zu Wärme</a:t>
            </a:r>
          </a:p>
        </p:txBody>
      </p:sp>
      <p:sp>
        <p:nvSpPr>
          <p:cNvPr id="14" name="q-4">
            <a:extLst xmlns:a="http://schemas.openxmlformats.org/drawingml/2006/main">
              <a:ext uri="{FF2B5EF4-FFF2-40B4-BE49-F238E27FC236}">
                <a16:creationId xmlns:a16="http://schemas.microsoft.com/office/drawing/2014/main" id="{F926F418-9784-485D-B295-0A7A461C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38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5. Wann entsteht Resonanz?</a:t>
            </a:r>
          </a:p>
        </p:txBody>
      </p:sp>
      <p:sp>
        <p:nvSpPr>
          <p:cNvPr id="15" name="REVEAL-14">
            <a:extLst xmlns:a="http://schemas.openxmlformats.org/drawingml/2006/main">
              <a:ext uri="{FF2B5EF4-FFF2-40B4-BE49-F238E27FC236}">
                <a16:creationId xmlns:a16="http://schemas.microsoft.com/office/drawing/2014/main" id="{459DF81D-9B80-4E84-8A2A-F0346157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57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Nahe der Eigenfrequenz</a:t>
            </a:r>
          </a:p>
        </p:txBody>
      </p:sp>
      <p:sp>
        <p:nvSpPr>
          <p:cNvPr id="16" name="q-5">
            <a:extLst xmlns:a="http://schemas.openxmlformats.org/drawingml/2006/main">
              <a:ext uri="{FF2B5EF4-FFF2-40B4-BE49-F238E27FC236}">
                <a16:creationId xmlns:a16="http://schemas.microsoft.com/office/drawing/2014/main" id="{21B98915-ADA1-46FE-A0D9-D3C772F9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432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2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6. Warum ohne Tritt über Brücken?</a:t>
            </a:r>
          </a:p>
        </p:txBody>
      </p:sp>
      <p:sp>
        <p:nvSpPr>
          <p:cNvPr id="17" name="REVEAL-16">
            <a:extLst xmlns:a="http://schemas.openxmlformats.org/drawingml/2006/main">
              <a:ext uri="{FF2B5EF4-FFF2-40B4-BE49-F238E27FC236}">
                <a16:creationId xmlns:a16="http://schemas.microsoft.com/office/drawing/2014/main" id="{6543AC15-E7BE-468E-8CB9-2BB603A0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624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Regelmäßigen Takt vermeiden</a:t>
            </a:r>
          </a:p>
        </p:txBody>
      </p:sp>
      <p:sp>
        <p:nvSpPr>
          <p:cNvPr id="18" name="work">
            <a:extLst xmlns:a="http://schemas.openxmlformats.org/drawingml/2006/main">
              <a:ext uri="{FF2B5EF4-FFF2-40B4-BE49-F238E27FC236}">
                <a16:creationId xmlns:a16="http://schemas.microsoft.com/office/drawing/2014/main" id="{F9C15A0C-7959-4D0E-9BB9-43A58AA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16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6 min · Erst antworten, dann Lösung zeigen · Rollen wechseln</a:t>
            </a:r>
          </a:p>
        </p:txBody>
      </p:sp>
    </p:spTree>
    <p:extLst>
      <p:ext uri="{BB962C8B-B14F-4D97-AF65-F5344CB8AC3E}">
        <p14:creationId xmlns:p14="http://schemas.microsoft.com/office/powerpoint/2010/main" val="15457042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Eine Störung breitet sich aus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D3B00A28-AEA3-49BC-AEA4-F693FC3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3823D5FC-8667-4BBA-9FAA-E4954BF9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038E4B87-E78B-431F-9300-0262A499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54–55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952FA2-370B-4A06-89A2-E38422E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63159-0945-43CD-B54A-BE26F45F0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4b29767044d6a"/>
          <a:stretch xmlns:a="http://schemas.openxmlformats.org/drawingml/2006/main"/>
        </p:blipFill>
        <p:spPr>
          <a:xfrm xmlns:a="http://schemas.openxmlformats.org/drawingml/2006/main">
            <a:off x="440531" y="1066800"/>
            <a:ext cx="5357813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trans">
            <a:extLst xmlns:a="http://schemas.openxmlformats.org/drawingml/2006/main">
              <a:ext uri="{FF2B5EF4-FFF2-40B4-BE49-F238E27FC236}">
                <a16:creationId xmlns:a16="http://schemas.microsoft.com/office/drawing/2014/main" id="{D3084476-EE23-4F39-BA83-FA96045E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0492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Querwelle:</a:t>
            </a:r>
          </a:p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Schwingung senkrecht</a:t>
            </a:r>
          </a:p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zur Ausbreitung.</a:t>
            </a:r>
          </a:p>
        </p:txBody>
      </p:sp>
      <p:sp>
        <p:nvSpPr>
          <p:cNvPr id="8" name="long">
            <a:extLst xmlns:a="http://schemas.openxmlformats.org/drawingml/2006/main">
              <a:ext uri="{FF2B5EF4-FFF2-40B4-BE49-F238E27FC236}">
                <a16:creationId xmlns:a16="http://schemas.microsoft.com/office/drawing/2014/main" id="{01788D39-1FAD-4F30-81B9-88A1E19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Längswelle:</a:t>
            </a:r>
          </a:p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Schwingung parallel</a:t>
            </a:r>
          </a:p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zur Ausbreitung.</a:t>
            </a:r>
          </a:p>
        </p:txBody>
      </p:sp>
      <p:sp>
        <p:nvSpPr>
          <p:cNvPr id="9" name="merke">
            <a:extLst xmlns:a="http://schemas.openxmlformats.org/drawingml/2006/main">
              <a:ext uri="{FF2B5EF4-FFF2-40B4-BE49-F238E27FC236}">
                <a16:creationId xmlns:a16="http://schemas.microsoft.com/office/drawing/2014/main" id="{FFAEE7D2-5F95-4679-B8EC-A7D60DC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19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Im Modell wandert die Störung weiter. Die Teilchen schwingen am Ort.</a:t>
            </a:r>
          </a:p>
        </p:txBody>
      </p:sp>
    </p:spTree>
    <p:extLst>
      <p:ext uri="{BB962C8B-B14F-4D97-AF65-F5344CB8AC3E}">
        <p14:creationId xmlns:p14="http://schemas.microsoft.com/office/powerpoint/2010/main" val="18562139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Ihr seid die Teilchen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30819AFF-6258-4095-97F7-D1285FA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F67C4D0B-5BE2-4067-883D-C74DC62E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4BBB8311-E994-4746-BCD7-EEFFBB1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54–55 · K2.2-V1 / A6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33B137-ABE2-4795-A6A9-9929E1E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007A04BD-780C-44D1-90A5-0108A19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7157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Schnur: Ein kurzer Puls. Was macht die Büroklammer?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885BCDD-3F75-43F4-B401-089BEF38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Quer: 8–10 Kadetten stehen nacheinander kurz auf.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78581DE5-46EA-4EC8-A6CA-784AA56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0512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Längs: Ein kleiner Schritt vor und zurück läuft durch die Reihe.</a:t>
            </a:r>
          </a:p>
        </p:txBody>
      </p:sp>
      <p:sp>
        <p:nvSpPr>
          <p:cNvPr id="9" name="compare">
            <a:extLst xmlns:a="http://schemas.openxmlformats.org/drawingml/2006/main">
              <a:ext uri="{FF2B5EF4-FFF2-40B4-BE49-F238E27FC236}">
                <a16:creationId xmlns:a16="http://schemas.microsoft.com/office/drawing/2014/main" id="{9BBD44DF-000A-4284-9FCB-0E64CAA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Vergleicht Teilchenbewegung und Ausbreitungsrichtung.</a:t>
            </a:r>
          </a:p>
        </p:txBody>
      </p:sp>
    </p:spTree>
    <p:extLst>
      <p:ext uri="{BB962C8B-B14F-4D97-AF65-F5344CB8AC3E}">
        <p14:creationId xmlns:p14="http://schemas.microsoft.com/office/powerpoint/2010/main" val="14505420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Ort und Zeit im Wellendiagramm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0DE192B4-7526-4C3F-BF48-F736C206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CF0706F8-D116-4223-AB8B-3977444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5610ABF6-BCBF-4771-B7AE-29B0FA9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55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91F8EE-895D-4735-9CF8-956ED44B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2981AC0-A69B-40A2-AA10-2F1E38B0BEC1}"/>
              </a:ext>
            </a:extLst>
          </p:cNvPr>
          <p:cNvGraphicFramePr/>
          <p:nvPr/>
        </p:nvGraphicFramePr>
        <p:xfrm>
          <a:off xmlns:a="http://schemas.openxmlformats.org/drawingml/2006/main" x="314325" y="1095375"/>
          <a:ext xmlns:a="http://schemas.openxmlformats.org/drawingml/2006/main" cx="41148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2017a85de44594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9059ADB-A2C5-4116-A0ED-FFF2A52735D5}"/>
              </a:ext>
            </a:extLst>
          </p:cNvPr>
          <p:cNvGraphicFramePr/>
          <p:nvPr/>
        </p:nvGraphicFramePr>
        <p:xfrm>
          <a:off xmlns:a="http://schemas.openxmlformats.org/drawingml/2006/main" x="4714875" y="1095375"/>
          <a:ext xmlns:a="http://schemas.openxmlformats.org/drawingml/2006/main" cx="41148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1f683b735f4e46"/>
          </a:graphicData>
        </a:graphic>
      </p:graphicFrame>
      <p:sp>
        <p:nvSpPr>
          <p:cNvPr id="8" name="labels">
            <a:extLst xmlns:a="http://schemas.openxmlformats.org/drawingml/2006/main">
              <a:ext uri="{FF2B5EF4-FFF2-40B4-BE49-F238E27FC236}">
                <a16:creationId xmlns:a16="http://schemas.microsoft.com/office/drawing/2014/main" id="{56BF701C-9770-4F9E-B0EE-498F1E2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Links: Wellenlänge λ       Rechts: Periodendauer T</a:t>
            </a:r>
          </a:p>
        </p:txBody>
      </p:sp>
      <p:sp>
        <p:nvSpPr>
          <p:cNvPr id="9" name="formula">
            <a:extLst xmlns:a="http://schemas.openxmlformats.org/drawingml/2006/main">
              <a:ext uri="{FF2B5EF4-FFF2-40B4-BE49-F238E27FC236}">
                <a16:creationId xmlns:a16="http://schemas.microsoft.com/office/drawing/2014/main" id="{24B0376F-39DD-4E39-9513-1869A06B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v = λ · f = λ / T</a:t>
            </a:r>
          </a:p>
        </p:txBody>
      </p:sp>
    </p:spTree>
    <p:extLst>
      <p:ext uri="{BB962C8B-B14F-4D97-AF65-F5344CB8AC3E}">
        <p14:creationId xmlns:p14="http://schemas.microsoft.com/office/powerpoint/2010/main" val="2049130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Aufgabe 7: Mit Wellen rechnen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877EA3BF-EE58-491A-B8BC-C702ABE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087B5D6E-5BDA-4968-A8E0-963872F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FDFFB760-9BCF-45BA-B78E-105A66DB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2E7D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Buch-Aufgaben S. 55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CC0577-0AD4-42B6-9E6C-C075F78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6" name="a">
            <a:extLst xmlns:a="http://schemas.openxmlformats.org/drawingml/2006/main">
              <a:ext uri="{FF2B5EF4-FFF2-40B4-BE49-F238E27FC236}">
                <a16:creationId xmlns:a16="http://schemas.microsoft.com/office/drawing/2014/main" id="{BC7A3B5D-B576-4F8D-9AF4-2E5EF3B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6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a) Schall: v = 334 m/s, f = 440 Hz</a:t>
            </a:r>
          </a:p>
          <a:p xmlns:a="http://schemas.openxmlformats.org/drawingml/2006/main">
            <a: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6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Welche Wellenlänge hat der Ton?</a:t>
            </a:r>
          </a:p>
        </p:txBody>
      </p:sp>
      <p:sp>
        <p:nvSpPr>
          <p:cNvPr id="7" name="REVEAL-6">
            <a:extLst xmlns:a="http://schemas.openxmlformats.org/drawingml/2006/main">
              <a:ext uri="{FF2B5EF4-FFF2-40B4-BE49-F238E27FC236}">
                <a16:creationId xmlns:a16="http://schemas.microsoft.com/office/drawing/2014/main" id="{BB9165CA-B1DB-4B23-9293-955E7E3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λ = v / f = 334 / 440 m = 0,759 m</a:t>
            </a:r>
          </a:p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5CB1B380-D9FF-4C2B-BC51-FC783E9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b) Meereswelle: λ = 300 m, T = 15 s</a:t>
            </a:r>
          </a:p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Wie schnell läuft die Welle?</a:t>
            </a:r>
          </a:p>
        </p:txBody>
      </p:sp>
      <p:sp>
        <p:nvSpPr>
          <p:cNvPr id="9" name="REVEAL-8">
            <a:extLst xmlns:a="http://schemas.openxmlformats.org/drawingml/2006/main">
              <a:ext uri="{FF2B5EF4-FFF2-40B4-BE49-F238E27FC236}">
                <a16:creationId xmlns:a16="http://schemas.microsoft.com/office/drawing/2014/main" id="{1C9A506E-2088-439E-9539-EEF9F42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243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v = λ / T = 20 m/s</a:t>
            </a:r>
          </a:p>
        </p:txBody>
      </p:sp>
    </p:spTree>
    <p:extLst>
      <p:ext uri="{BB962C8B-B14F-4D97-AF65-F5344CB8AC3E}">
        <p14:creationId xmlns:p14="http://schemas.microsoft.com/office/powerpoint/2010/main" val="152270822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Zwei Pulse treffen sich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AE672CCA-2DD3-4549-93DB-90BFECC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28D5E3D9-0086-4E62-B7EA-7A68F42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CBDA61B8-BD18-4FB0-9FB0-CB624333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51, 56 · K2.2-V2 / A8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B401D5-BF8F-4274-9D64-DD7C389B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64438-6415-4786-B309-74618870A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8d773f15c4ff9"/>
          <a:stretch xmlns:a="http://schemas.openxmlformats.org/drawingml/2006/main"/>
        </p:blipFill>
        <p:spPr>
          <a:xfrm xmlns:a="http://schemas.openxmlformats.org/drawingml/2006/main">
            <a:off x="447335" y="1057275"/>
            <a:ext cx="5296580" cy="3295650"/>
          </a:xfrm>
          <a:prstGeom xmlns:a="http://schemas.openxmlformats.org/drawingml/2006/main" prst="rect">
            <a:avLst/>
          </a:prstGeom>
        </p:spPr>
      </p:pic>
      <p:sp>
        <p:nvSpPr>
          <p:cNvPr id="7" name="addition">
            <a:extLst xmlns:a="http://schemas.openxmlformats.org/drawingml/2006/main">
              <a:ext uri="{FF2B5EF4-FFF2-40B4-BE49-F238E27FC236}">
                <a16:creationId xmlns:a16="http://schemas.microsoft.com/office/drawing/2014/main" id="{588E6956-840C-4229-9F03-69D420E2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Mit Vorzeichen</a:t>
            </a:r>
          </a:p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addieren.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D3B2F10F-EEA9-4F07-A248-5FE74CC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6222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+2 cm und −1 cm: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Welche Summe?</a:t>
            </a:r>
          </a:p>
        </p:txBody>
      </p:sp>
      <p:sp>
        <p:nvSpPr>
          <p:cNvPr id="9" name="REVEAL-7">
            <a:extLst xmlns:a="http://schemas.openxmlformats.org/drawingml/2006/main">
              <a:ext uri="{FF2B5EF4-FFF2-40B4-BE49-F238E27FC236}">
                <a16:creationId xmlns:a16="http://schemas.microsoft.com/office/drawing/2014/main" id="{089ECE67-FF29-4E4E-A9F9-E1D18A1D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31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+1 cm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C160F944-3B9D-432E-BFF7-74A853AF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Im linearen Modell laufen die Pulse nach dem Treffen weiter.</a:t>
            </a:r>
          </a:p>
        </p:txBody>
      </p:sp>
    </p:spTree>
    <p:extLst>
      <p:ext uri="{BB962C8B-B14F-4D97-AF65-F5344CB8AC3E}">
        <p14:creationId xmlns:p14="http://schemas.microsoft.com/office/powerpoint/2010/main" val="16140463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Stehende Wellen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0C1C3E9C-ECEA-4080-891D-9DEDBB5F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44423BC3-8FCC-4F06-B5F4-B088B82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C530F9E1-E585-4FAB-8F9C-B27CDFEE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4A169E-F8A5-4F62-AE83-5886B904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2F9B7-8B57-4112-AE48-E9A851C9D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276d90d384df5"/>
          <a:stretch xmlns:a="http://schemas.openxmlformats.org/drawingml/2006/main"/>
        </p:blipFill>
        <p:spPr>
          <a:xfrm xmlns:a="http://schemas.openxmlformats.org/drawingml/2006/main">
            <a:off x="1478882" y="1095375"/>
            <a:ext cx="6090987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nodes">
            <a:extLst xmlns:a="http://schemas.openxmlformats.org/drawingml/2006/main">
              <a:ext uri="{FF2B5EF4-FFF2-40B4-BE49-F238E27FC236}">
                <a16:creationId xmlns:a16="http://schemas.microsoft.com/office/drawing/2014/main" id="{69851749-4C85-4918-BBD2-2D358318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Gegenläufige Wellen bilden das Muster.</a:t>
            </a:r>
          </a:p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Knoten ruhen, Bäuche schwingen.</a:t>
            </a:r>
          </a:p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Benachbarte Knoten: Abstand λ / 2.</a:t>
            </a:r>
          </a:p>
        </p:txBody>
      </p:sp>
    </p:spTree>
    <p:extLst>
      <p:ext uri="{BB962C8B-B14F-4D97-AF65-F5344CB8AC3E}">
        <p14:creationId xmlns:p14="http://schemas.microsoft.com/office/powerpoint/2010/main" val="19170899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Das Prinzip von Huygens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4A1B3F85-F5C1-4AF6-9465-4A9E1EA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5BC6C0E4-99B5-45D8-8197-A6EBA44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E7EBA6D7-5AB5-4322-AEF6-80000BA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56–57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4A1CCB-FB00-4012-A3DC-0433B9A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5B1CA-63F3-40BA-AA09-DF1BD5237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888bd6d3245d9"/>
          <a:stretch xmlns:a="http://schemas.openxmlformats.org/drawingml/2006/main"/>
        </p:blipFill>
        <p:spPr>
          <a:xfrm xmlns:a="http://schemas.openxmlformats.org/drawingml/2006/main">
            <a:off x="1451043" y="1038225"/>
            <a:ext cx="6146665" cy="3209925"/>
          </a:xfrm>
          <a:prstGeom xmlns:a="http://schemas.openxmlformats.org/drawingml/2006/main" prst="rect">
            <a:avLst/>
          </a:prstGeom>
        </p:spPr>
      </p:pic>
      <p:sp>
        <p:nvSpPr>
          <p:cNvPr id="7" name="principle">
            <a:extLst xmlns:a="http://schemas.openxmlformats.org/drawingml/2006/main">
              <a:ext uri="{FF2B5EF4-FFF2-40B4-BE49-F238E27FC236}">
                <a16:creationId xmlns:a16="http://schemas.microsoft.com/office/drawing/2014/main" id="{8AC5F461-DC63-463A-974A-CDFC9C3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053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Die gemeinsame Einhüllende bildet die neue Wellenfront.</a:t>
            </a:r>
          </a:p>
        </p:txBody>
      </p:sp>
    </p:spTree>
    <p:extLst>
      <p:ext uri="{BB962C8B-B14F-4D97-AF65-F5344CB8AC3E}">
        <p14:creationId xmlns:p14="http://schemas.microsoft.com/office/powerpoint/2010/main" val="532795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Aufgabe 9: Huygens zeichnen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1B27BE98-9C5D-4D8A-994E-FE4AAA0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42CAF731-5E88-4D12-A202-404BC42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2C0454AA-3827-4233-828E-1DF7270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2E7D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Buch-Aufgabe S. 57 · angepasst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1C2D29-FE7A-4DCC-9996-8BF1FC7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9B267DE8-64AD-476F-95F3-A54ADE8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Eine gerade Wellenfront mit fünf Punkten.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56AD32-C6F0-452D-BE03-F936307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Von jedem Punkt ein gleich großer Halbkreis nach vorn.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58199758-2E6A-49C6-9F4A-4200664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Eine neue Front, die alle Halbkreise vorne berührt.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16E5413D-9F21-4144-941C-3657D14D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957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Foto einfügen. In einem Satz erklären,</a:t>
            </a:r>
          </a:p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wie die neue Front entsteht.</a:t>
            </a:r>
          </a:p>
        </p:txBody>
      </p:sp>
    </p:spTree>
    <p:extLst>
      <p:ext uri="{BB962C8B-B14F-4D97-AF65-F5344CB8AC3E}">
        <p14:creationId xmlns:p14="http://schemas.microsoft.com/office/powerpoint/2010/main" val="4615141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Schall und Licht im Weltraum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5244807F-8D41-4D24-8681-9646E37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57E14964-9DAE-46A3-9B72-F607DFCB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5EF1C433-59F8-4463-8A11-98420D2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54, 58–59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4E0357-DEA2-4C2B-90E8-7D780E3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CF6CA997-3011-4D0B-A305-1CFB1037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7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Ein Raumschiff explodiert.</a:t>
            </a:r>
          </a:p>
          <a:p xmlns:a="http://schemas.openxmlformats.org/drawingml/2006/main">
            <a: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7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Was kann am anderen Raumschiff ankommen?</a:t>
            </a:r>
          </a:p>
        </p:txBody>
      </p:sp>
      <p:sp>
        <p:nvSpPr>
          <p:cNvPr id="7" name="REVEAL-6">
            <a:extLst xmlns:a="http://schemas.openxmlformats.org/drawingml/2006/main">
              <a:ext uri="{FF2B5EF4-FFF2-40B4-BE49-F238E27FC236}">
                <a16:creationId xmlns:a16="http://schemas.microsoft.com/office/drawing/2014/main" id="{DDEE3A48-90BE-484C-8D3B-E8267A0B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86025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Schall braucht ein Medium. Im Vakuum kommt kein Knall an.</a:t>
            </a:r>
          </a:p>
        </p:txBody>
      </p:sp>
      <p:sp>
        <p:nvSpPr>
          <p:cNvPr id="8" name="REVEAL-7">
            <a:extLst xmlns:a="http://schemas.openxmlformats.org/drawingml/2006/main">
              <a:ext uri="{FF2B5EF4-FFF2-40B4-BE49-F238E27FC236}">
                <a16:creationId xmlns:a16="http://schemas.microsoft.com/office/drawing/2014/main" id="{F973EF2F-E569-4814-A757-5CD8FE2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14725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Licht und Funk brauchen kein Medium.</a:t>
            </a:r>
          </a:p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Licht ist in Glas und Wasser langsamer als im Vakuum.</a:t>
            </a:r>
          </a:p>
        </p:txBody>
      </p:sp>
    </p:spTree>
    <p:extLst>
      <p:ext uri="{BB962C8B-B14F-4D97-AF65-F5344CB8AC3E}">
        <p14:creationId xmlns:p14="http://schemas.microsoft.com/office/powerpoint/2010/main" val="15777258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Das elektromagnetische Spektrum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C15D49C2-B6F3-4C55-BDC5-6256053C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CAFEDDD2-8436-4827-853B-C46505B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FE4B2D6E-7480-46DC-8B71-E70AD83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58–59 · Aufgabe 10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14C0E0-780E-4A70-AF83-B0112133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B2B05-94A8-444A-9DCE-3F9F555270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9c89ed89e41be"/>
          <a:srcRect xmlns:a="http://schemas.openxmlformats.org/drawingml/2006/main" l="2000" t="25500" r="10000" b="49000"/>
          <a:stretch xmlns:a="http://schemas.openxmlformats.org/drawingml/2006/main"/>
        </p:blipFill>
        <p:spPr>
          <a:xfrm xmlns:a="http://schemas.openxmlformats.org/drawingml/2006/main">
            <a:off x="476250" y="1666875"/>
            <a:ext cx="809625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radio">
            <a:extLst xmlns:a="http://schemas.openxmlformats.org/drawingml/2006/main">
              <a:ext uri="{FF2B5EF4-FFF2-40B4-BE49-F238E27FC236}">
                <a16:creationId xmlns:a16="http://schemas.microsoft.com/office/drawing/2014/main" id="{BC50A9E2-954A-4842-A5D1-0B34393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1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Radiowellen umfassen auch Mikrowellen.</a:t>
            </a:r>
          </a:p>
        </p:txBody>
      </p:sp>
      <p:sp>
        <p:nvSpPr>
          <p:cNvPr id="8" name="visible">
            <a:extLst xmlns:a="http://schemas.openxmlformats.org/drawingml/2006/main">
              <a:ext uri="{FF2B5EF4-FFF2-40B4-BE49-F238E27FC236}">
                <a16:creationId xmlns:a16="http://schemas.microsoft.com/office/drawing/2014/main" id="{50640CF0-A44F-4B03-A52B-AA196F15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Sichtbares Licht: etwa 380–780 nm</a:t>
            </a:r>
          </a:p>
        </p:txBody>
      </p:sp>
      <p:sp>
        <p:nvSpPr>
          <p:cNvPr id="9" name="direction">
            <a:extLst xmlns:a="http://schemas.openxmlformats.org/drawingml/2006/main">
              <a:ext uri="{FF2B5EF4-FFF2-40B4-BE49-F238E27FC236}">
                <a16:creationId xmlns:a16="http://schemas.microsoft.com/office/drawing/2014/main" id="{AE73FE89-3F6C-4E3C-84B5-07311AD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95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1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Nach rechts: höhere Frequenz, kürzere Wellenlänge.</a:t>
            </a:r>
          </a:p>
        </p:txBody>
      </p:sp>
      <p:sp>
        <p:nvSpPr>
          <p:cNvPr id="10" name="sort">
            <a:extLst xmlns:a="http://schemas.openxmlformats.org/drawingml/2006/main">
              <a:ext uri="{FF2B5EF4-FFF2-40B4-BE49-F238E27FC236}">
                <a16:creationId xmlns:a16="http://schemas.microsoft.com/office/drawing/2014/main" id="{ADB0F947-BCA7-46DC-B7A4-B0670CFF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3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Wärmebild: Infrarot       Hautschutz vor Sonne: UV</a:t>
            </a:r>
          </a:p>
        </p:txBody>
      </p:sp>
    </p:spTree>
    <p:extLst>
      <p:ext uri="{BB962C8B-B14F-4D97-AF65-F5344CB8AC3E}">
        <p14:creationId xmlns:p14="http://schemas.microsoft.com/office/powerpoint/2010/main" val="169459206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Strahlung und Schutz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EBCB635E-8E2F-4F08-A238-A35F4A3C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F8045E5F-EA3D-43AA-BFE8-1B8E9749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A5CFEF26-6293-4804-848F-BBFB1CCA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EF6A56-D529-4257-812A-C3FD3EAD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6" name="main">
            <a:extLst xmlns:a="http://schemas.openxmlformats.org/drawingml/2006/main">
              <a:ext uri="{FF2B5EF4-FFF2-40B4-BE49-F238E27FC236}">
                <a16:creationId xmlns:a16="http://schemas.microsoft.com/office/drawing/2014/main" id="{B7761011-BAD2-4FD5-A891-ABC0345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8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Art, Stärke und Dauer bestimmen das Risiko.</a:t>
            </a:r>
          </a:p>
        </p:txBody>
      </p:sp>
      <p:sp>
        <p:nvSpPr>
          <p:cNvPr id="7" name="ion">
            <a:extLst xmlns:a="http://schemas.openxmlformats.org/drawingml/2006/main">
              <a:ext uri="{FF2B5EF4-FFF2-40B4-BE49-F238E27FC236}">
                <a16:creationId xmlns:a16="http://schemas.microsoft.com/office/drawing/2014/main" id="{A68D5C61-1333-4CA6-9646-C0C06EA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Röntgen und Gamma können ionisieren</a:t>
            </a:r>
          </a:p>
          <a:p xmlns:a="http://schemas.openxmlformats.org/drawingml/2006/main">
            <a:pPr>
              <a:defRPr sz="25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5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und das Erbgut schädigen.</a:t>
            </a:r>
          </a:p>
        </p:txBody>
      </p:sp>
      <p:sp>
        <p:nvSpPr>
          <p:cNvPr id="8" name="nonion">
            <a:extLst xmlns:a="http://schemas.openxmlformats.org/drawingml/2006/main">
              <a:ext uri="{FF2B5EF4-FFF2-40B4-BE49-F238E27FC236}">
                <a16:creationId xmlns:a16="http://schemas.microsoft.com/office/drawing/2014/main" id="{19AC67F6-F5F5-45BC-A6DF-1C24118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Auch nicht-ionisierende Strahlung kann schaden:</a:t>
            </a:r>
          </a:p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UV der Sonne und starke Laser sind Beispiele.</a:t>
            </a:r>
          </a:p>
        </p:txBody>
      </p:sp>
      <p:sp>
        <p:nvSpPr>
          <p:cNvPr id="9" name="protect">
            <a:extLst xmlns:a="http://schemas.openxmlformats.org/drawingml/2006/main">
              <a:ext uri="{FF2B5EF4-FFF2-40B4-BE49-F238E27FC236}">
                <a16:creationId xmlns:a16="http://schemas.microsoft.com/office/drawing/2014/main" id="{9FBEE090-BF01-44AD-A27A-CBE734D8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19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UV-Schutz: Schatten, Kleidung, Kopfbedeckung, Sonnenschutz.</a:t>
            </a:r>
          </a:p>
        </p:txBody>
      </p:sp>
    </p:spTree>
    <p:extLst>
      <p:ext uri="{BB962C8B-B14F-4D97-AF65-F5344CB8AC3E}">
        <p14:creationId xmlns:p14="http://schemas.microsoft.com/office/powerpoint/2010/main" val="8238116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Aufgabe 11: Funk und Wellenlänge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D907B18A-EE91-4419-94B7-08CE09AE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A7E968B3-90CC-4529-9370-1773688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69638CE1-8FA4-4E68-8AD1-652040E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2E7D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Buch-Aufgabe S. 59 · Zusatzrechnung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5A6634-BED4-4E76-AF66-445824F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6" name="constants">
            <a:extLst xmlns:a="http://schemas.openxmlformats.org/drawingml/2006/main">
              <a:ext uri="{FF2B5EF4-FFF2-40B4-BE49-F238E27FC236}">
                <a16:creationId xmlns:a16="http://schemas.microsoft.com/office/drawing/2014/main" id="{64079BDF-8EDC-40D4-A967-AC3AABB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6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Im Vakuum: c = 3,00 · 10⁸ m/s</a:t>
            </a:r>
          </a:p>
          <a:p xmlns:a="http://schemas.openxmlformats.org/drawingml/2006/main">
            <a:pPr>
              <a:defRPr sz="26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6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Funkgerät: f = 50 MHz = 50 · 10⁶ Hz</a:t>
            </a:r>
          </a:p>
        </p:txBody>
      </p:sp>
      <p:sp>
        <p:nvSpPr>
          <p:cNvPr id="7" name="REVEAL-6">
            <a:extLst xmlns:a="http://schemas.openxmlformats.org/drawingml/2006/main">
              <a:ext uri="{FF2B5EF4-FFF2-40B4-BE49-F238E27FC236}">
                <a16:creationId xmlns:a16="http://schemas.microsoft.com/office/drawing/2014/main" id="{3C2D9938-CE96-4928-A48C-4E0D6CC4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31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λ = c / f = 6,0 m</a:t>
            </a:r>
          </a:p>
        </p:txBody>
      </p:sp>
      <p:sp>
        <p:nvSpPr>
          <p:cNvPr id="8" name="classify">
            <a:extLst xmlns:a="http://schemas.openxmlformats.org/drawingml/2006/main">
              <a:ext uri="{FF2B5EF4-FFF2-40B4-BE49-F238E27FC236}">
                <a16:creationId xmlns:a16="http://schemas.microsoft.com/office/drawing/2014/main" id="{A8A73E48-B8A8-4721-990E-468E165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6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Ordnet zu: 15 cm · 750 nm · 3 m</a:t>
            </a:r>
          </a:p>
        </p:txBody>
      </p:sp>
      <p:sp>
        <p:nvSpPr>
          <p:cNvPr id="9" name="REVEAL-8">
            <a:extLst xmlns:a="http://schemas.openxmlformats.org/drawingml/2006/main">
              <a:ext uri="{FF2B5EF4-FFF2-40B4-BE49-F238E27FC236}">
                <a16:creationId xmlns:a16="http://schemas.microsoft.com/office/drawing/2014/main" id="{65E50387-E817-4AF2-B6B7-7F98A45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2E7D8C"/>
                </a:solidFill>
                <a:latin typeface="Calibri"/>
                <a:ea typeface="Calibri"/>
                <a:cs typeface="Calibri"/>
              </a:rPr>
              <a:t>Mikrowellen · sichtbarer roter Rand · Radiowellen</a:t>
            </a:r>
          </a:p>
        </p:txBody>
      </p:sp>
    </p:spTree>
    <p:extLst>
      <p:ext uri="{BB962C8B-B14F-4D97-AF65-F5344CB8AC3E}">
        <p14:creationId xmlns:p14="http://schemas.microsoft.com/office/powerpoint/2010/main" val="11936650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Vier KI-Aussagen auf dem Prüfstand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8A2D5076-13BE-4BED-94D1-82B5DA96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5305A32C-F35A-4A25-A686-0B67C96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C9933CA8-1E10-480A-80DC-D8FF118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52–59 · Aufgabe 12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5D3F82-FFC6-4313-B85C-45A74A0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1EC4CED3-6E63-4427-B2EB-58715DC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„Jede Resonanz zerstört das Bauteil.“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69FCCCF0-EB07-4DAE-8F2A-687E49D8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„Bei einer Welle wandert das ganze Material mit.“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7C28EB5B-9ABE-4C15-8689-1018994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317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„Elektromagnetische Wellen sind in jedem Stoff gleich schnell.“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7C51FA04-810B-4B86-ACAA-43C573D3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57550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„Nicht-ionisierende Strahlung kann niemals schaden.“</a:t>
            </a:r>
          </a:p>
        </p:txBody>
      </p:sp>
      <p:sp>
        <p:nvSpPr>
          <p:cNvPr id="10" name="task">
            <a:extLst xmlns:a="http://schemas.openxmlformats.org/drawingml/2006/main">
              <a:ext uri="{FF2B5EF4-FFF2-40B4-BE49-F238E27FC236}">
                <a16:creationId xmlns:a16="http://schemas.microsoft.com/office/drawing/2014/main" id="{06321A61-D8A1-4155-8F78-FF541A9E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20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6 min · Vier Korrekturen mit der Hand, Foto und Theoriebeleg</a:t>
            </a:r>
          </a:p>
        </p:txBody>
      </p:sp>
    </p:spTree>
    <p:extLst>
      <p:ext uri="{BB962C8B-B14F-4D97-AF65-F5344CB8AC3E}">
        <p14:creationId xmlns:p14="http://schemas.microsoft.com/office/powerpoint/2010/main" val="154091068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Sicherheitskarte für draußen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142EDA24-D4A0-47F5-A038-A9374D99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BF62695E-C92B-4515-87E1-F568CBF0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0A936457-484F-42CC-A7E6-0E8F709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Theorie S. 58–59 · Aufgabe 13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2CFC66-9EEF-492E-9BE9-9EAD41B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6" name="task">
            <a:extLst xmlns:a="http://schemas.openxmlformats.org/drawingml/2006/main">
              <a:ext uri="{FF2B5EF4-FFF2-40B4-BE49-F238E27FC236}">
                <a16:creationId xmlns:a16="http://schemas.microsoft.com/office/drawing/2014/main" id="{331BBFCA-68A1-49E0-90B8-8F80BC4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Eine halbe Heftseite. Kleine Skizzen und kurze Sätze.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68F3A6A8-19D9-413D-B8D5-D200AD2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24075"/>
            <a:ext cx="8096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Funk als elektromagnetische Welle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35BCBC6-FD79-461E-B740-91109B4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8096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UV der Sonne und eine passende Schutzmaßnahme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730A0243-CD73-4D20-B70B-724EB803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8096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4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Begründung, warum Funk und UV verschieden wirken</a:t>
            </a:r>
          </a:p>
        </p:txBody>
      </p:sp>
      <p:sp>
        <p:nvSpPr>
          <p:cNvPr id="10" name="submission">
            <a:extLst xmlns:a="http://schemas.openxmlformats.org/drawingml/2006/main">
              <a:ext uri="{FF2B5EF4-FFF2-40B4-BE49-F238E27FC236}">
                <a16:creationId xmlns:a16="http://schemas.microsoft.com/office/drawing/2014/main" id="{10A442D9-E88E-46FA-B7E0-58D6C81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defPPr>
            <a:lvl1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1pPr>
            <a:lvl2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2pPr>
            <a:lvl3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3pPr>
            <a:lvl4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4pPr>
            <a:lvl5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5pPr>
            <a:lvl6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6pPr>
            <a:lvl7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7pPr>
            <a:lvl8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8pPr>
            <a:lvl9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D9772B"/>
                </a:solidFill>
                <a:latin typeface="Calibri"/>
                <a:ea typeface="Calibri"/>
                <a:cs typeface="Calibri"/>
              </a:defRPr>
            </a:pPr>
            <a:r>
              <a:rPr sz="2200" b="1" lang="de-AT">
                <a:solidFill>
                  <a:srgbClr val="D9772B"/>
                </a:solidFill>
                <a:latin typeface="Calibri"/>
                <a:ea typeface="Calibri"/>
                <a:cs typeface="Calibri"/>
              </a:rPr>
              <a:t>8 min · Foto einfügen und Titel eintragen</a:t>
            </a:r>
          </a:p>
        </p:txBody>
      </p:sp>
    </p:spTree>
    <p:extLst>
      <p:ext uri="{BB962C8B-B14F-4D97-AF65-F5344CB8AC3E}">
        <p14:creationId xmlns:p14="http://schemas.microsoft.com/office/powerpoint/2010/main" val="123598276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Quiz und Abgabe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2EED2418-DE1A-4CAA-9644-65276A09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32EADFF5-E75E-472F-8E39-1646E7C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F5F635C8-62E1-476B-8BDB-2AA9DA7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Buch S. 47–59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A8BE94-C498-49B4-8BEC-53A64D1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6" name="selftest">
            <a:extLst xmlns:a="http://schemas.openxmlformats.org/drawingml/2006/main">
              <a:ext uri="{FF2B5EF4-FFF2-40B4-BE49-F238E27FC236}">
                <a16:creationId xmlns:a16="http://schemas.microsoft.com/office/drawing/2014/main" id="{35754BCE-2B2A-4F5B-B000-C8426613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B4A2F"/>
                </a:solidFill>
                <a:latin typeface="Calibri"/>
                <a:ea typeface="Calibri"/>
                <a:cs typeface="Calibri"/>
              </a:defRPr>
            </a:pPr>
            <a:r>
              <a:rPr sz="2700" b="1" lang="de-AT">
                <a:solidFill>
                  <a:srgbClr val="3B4A2F"/>
                </a:solidFill>
                <a:latin typeface="Calibri"/>
                <a:ea typeface="Calibri"/>
                <a:cs typeface="Calibri"/>
              </a:rPr>
              <a:t>Quiz: freiwilliger Selbstcheck</a:t>
            </a:r>
          </a:p>
        </p:txBody>
      </p:sp>
      <p:sp>
        <p:nvSpPr>
          <p:cNvPr id="7" name="link-6">
            <a:extLst xmlns:a="http://schemas.openxmlformats.org/drawingml/2006/main">
              <a:ext uri="{FF2B5EF4-FFF2-40B4-BE49-F238E27FC236}">
                <a16:creationId xmlns:a16="http://schemas.microsoft.com/office/drawing/2014/main" id="{B8B5FF2C-3F30-40A5-B059-77E4DAD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2e4f67e52fc4fbb"/>
              </a:rPr>
              <a:t>Arbeitsblatt öffnen</a:t>
            </a:r>
          </a:p>
        </p:txBody>
      </p:sp>
      <p:sp>
        <p:nvSpPr>
          <p:cNvPr id="8" name="link-7">
            <a:extLst xmlns:a="http://schemas.openxmlformats.org/drawingml/2006/main">
              <a:ext uri="{FF2B5EF4-FFF2-40B4-BE49-F238E27FC236}">
                <a16:creationId xmlns:a16="http://schemas.microsoft.com/office/drawing/2014/main" id="{170032B0-F2BB-447B-ADE3-EF8A308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500" b="1" lang="de-AT">
                <a:solidFill>
                  <a:srgbClr val="2E7D8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a07cefbe47e4c03"/>
              </a:rPr>
              <a:t>Versuchsprotokoll öffnen</a:t>
            </a:r>
          </a:p>
        </p:txBody>
      </p:sp>
      <p:sp>
        <p:nvSpPr>
          <p:cNvPr id="9" name="pdf">
            <a:extLst xmlns:a="http://schemas.openxmlformats.org/drawingml/2006/main">
              <a:ext uri="{FF2B5EF4-FFF2-40B4-BE49-F238E27FC236}">
                <a16:creationId xmlns:a16="http://schemas.microsoft.com/office/drawing/2014/main" id="{05C619F1-B750-4C11-9B28-02C7341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Beide PDFs speichern und in LMS abgeben.</a:t>
            </a:r>
          </a:p>
          <a:p xmlns:a="http://schemas.openxmlformats.org/drawingml/2006/main">
            <a:pPr>
              <a:defRPr sz="23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3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4AK: 18.11.     4BK: 13.11.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26594-2C33-4CE8-B322-2B4B3F890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e6e2cf3b94e4d"/>
          <a:stretch xmlns:a="http://schemas.openxmlformats.org/drawingml/2006/main"/>
        </p:blipFill>
        <p:spPr>
          <a:xfrm xmlns:a="http://schemas.openxmlformats.org/drawingml/2006/main">
            <a:off x="6349299" y="1857375"/>
            <a:ext cx="2112777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link-9">
            <a:extLst xmlns:a="http://schemas.openxmlformats.org/drawingml/2006/main">
              <a:ext uri="{FF2B5EF4-FFF2-40B4-BE49-F238E27FC236}">
                <a16:creationId xmlns:a16="http://schemas.microsoft.com/office/drawing/2014/main" id="{E53C19E3-EC3C-4E40-B368-644C035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7D8C"/>
                </a:solidFill>
                <a:latin typeface="Calibri"/>
                <a:ea typeface="Calibri"/>
                <a:cs typeface="Calibri"/>
              </a:defRPr>
            </a:pPr>
            <a:r>
              <a:rPr sz="2100" b="1" lang="de-AT">
                <a:solidFill>
                  <a:srgbClr val="2E7D8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3b822b75d044aa9"/>
              </a:rPr>
              <a:t>Quiz öffnen</a:t>
            </a:r>
          </a:p>
        </p:txBody>
      </p:sp>
    </p:spTree>
    <p:extLst>
      <p:ext uri="{BB962C8B-B14F-4D97-AF65-F5344CB8AC3E}">
        <p14:creationId xmlns:p14="http://schemas.microsoft.com/office/powerpoint/2010/main" val="1463167369"/>
      </p:ext>
    </p:extLst>
  </p:cSld>
</p:sld>
</file>

<file path=ppt/slides/slide2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Start und Bedienung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92C1BAB1-3205-47E5-A5A1-ACDCE19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EDCFDB14-1DAA-4F3C-AE66-84851A8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42529D0C-D680-4DEE-9E9C-34C5574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Unterrichtsführung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04B86D-503D-4D4E-830C-554B36E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6B0D6966-0917-48E2-94D6-642A118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0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F5 startet die 28 sichtbaren Folien in der Reihenfolge der 4AK.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3B3AE99E-E273-429F-9815-4B04B2B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0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Für 4BK: Bildschirmpräsentation &gt; Benutzerdefinierte Bildschirmpräsentation &gt; „4BK gesamt“.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A1988EA0-0A99-465F-898D-DE245B77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7177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0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Die Liste enthält auch jede einzelne Stunde. Alle Teile bleiben in einer Datei.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00A5DB96-A243-48D6-87DB-5DAFA383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20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Blaue Lösungen erscheinen per Klick. GIFs zeigen die Bewegung während der Bildschirmpräsentation.</a:t>
            </a:r>
          </a:p>
        </p:txBody>
      </p:sp>
    </p:spTree>
    <p:extLst>
      <p:ext uri="{BB962C8B-B14F-4D97-AF65-F5344CB8AC3E}">
        <p14:creationId xmlns:p14="http://schemas.microsoft.com/office/powerpoint/2010/main" val="716204136"/>
      </p:ext>
    </p:extLst>
  </p:cSld>
</p:sld>
</file>

<file path=ppt/slides/slide3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Ablauf 4AK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8462817D-FD5E-452C-A90A-079F40E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0391EEAD-5AAB-45BB-A4F3-14EA8034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ED2D1699-BAF0-423C-BC8B-87D18F7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50-Minuten-Annahme · Paket v1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18432B-77C6-41C8-800C-A77E6D43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D5D1B-25AE-4328-9D16-E74025F24A7A}"/>
              </a:ext>
            </a:extLst>
          </p:cNvPr>
          <p:cNvGraphicFramePr/>
          <p:nvPr/>
        </p:nvGraphicFramePr>
        <p:xfrm>
          <a:off xmlns:a="http://schemas.openxmlformats.org/drawingml/2006/main" x="428625" y="1133475"/>
          <a:ext xmlns:a="http://schemas.openxmlformats.org/drawingml/2006/main" cx="8286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6238875"/>
              </a:tblGrid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1" lang="de-AT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Termin / Folien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T w="9525">
                      <a:solidFill>
                        <a:srgbClr val="D6DEC9"/>
                      </a:solidFill>
                      <a:prstDash val="solid"/>
                    </a:lnT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3B4A2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1" lang="de-AT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Ablauf in Minuten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T w="9525">
                      <a:solidFill>
                        <a:srgbClr val="D6DEC9"/>
                      </a:solidFill>
                      <a:prstDash val="solid"/>
                    </a:lnT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3B4A2F"/>
                    </a:solidFill>
                  </a:tcPr>
                </a:tc>
              </a:tr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04.11. / 1–9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2 + Einstieg 3 + Erklärung 8 + A1 5 + Pendel/A2 18 + A3 4 + Sicherung 4 + Reserve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</a:tr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09.11. / 10–13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Test 20 + Wechsel 1 + Rückblick 2 + Erklärung 6 + Resonanz/A4 7 + A5 6 + Sicherung 4 + Reserve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11.11. / 14–17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1 + Referat 20 + Rückblick 3 + Erklärung 6 + Schnur/A6 8 + A7 6 + Sicherung 3 + Reserve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</a:tr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16.11. / 18–21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1 + Rückblick 3 + Erklärung 6 + Simulation/A8 6 + A9 4 + Vertiefung/Nachholen 15 + Sicherung 5 + Fotos 3 + Reserve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18.11. / 22–28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1 + Rückblick 3 + Erklärung 11 + A10 4 + A11 5 + A12 6 + A13 8 + Sicherung 3 + PDF 4 + Reserve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215989"/>
      </p:ext>
    </p:extLst>
  </p:cSld>
</p:sld>
</file>

<file path=ppt/slides/slide3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Ablauf 4BK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9BE30C72-0DF7-4E7D-BD80-8E9F7F22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65997B84-CD21-4EBA-A31D-880E9072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3F2437F2-C43A-4D79-A52F-923E4E6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50-Minuten-Annahme · Paket v1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AF41BF-DC67-41D1-8EE2-EDDEC846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44195-8708-46F0-9C77-14CCDED8F88B}"/>
              </a:ext>
            </a:extLst>
          </p:cNvPr>
          <p:cNvGraphicFramePr/>
          <p:nvPr/>
        </p:nvGraphicFramePr>
        <p:xfrm>
          <a:off xmlns:a="http://schemas.openxmlformats.org/drawingml/2006/main" x="428625" y="1133475"/>
          <a:ext xmlns:a="http://schemas.openxmlformats.org/drawingml/2006/main" cx="8286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000750"/>
              </a:tblGrid>
              <a:tr h="666750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1" lang="de-AT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Termin / Folien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T w="9525">
                      <a:solidFill>
                        <a:srgbClr val="D6DEC9"/>
                      </a:solidFill>
                      <a:prstDash val="solid"/>
                    </a:lnT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3B4A2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1" lang="de-AT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Ablauf in Minuten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T w="9525">
                      <a:solidFill>
                        <a:srgbClr val="D6DEC9"/>
                      </a:solidFill>
                      <a:prstDash val="solid"/>
                    </a:lnT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3B4A2F"/>
                    </a:solidFill>
                  </a:tcPr>
                </a:tc>
              </a:tr>
              <a:tr h="666750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04.11. / 1–9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2 + Einstieg 3 + Erklärung 8 + A1 5 + Pendel/A2 18 + A3 4 + Sicherung 4 + Reserve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</a:tr>
              <a:tr h="666750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06.11. / 10–17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Rückblick 2 + Teil 2 erklären 6 + Resonanz/A4 7 + A5 6 + Wechsel 1 + Teil 3 erklären 7 + Schnur/A6 8 + A7 6 + Sicherung 3 + Speichern 1 + Reserve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11.11. / 22–25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Test 20 + Wechsel 1 + Rückblick 2 + Erklärung 11 + A10 4 + A11 5 + Sicherung 3 + Reserve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EEF3E5"/>
                    </a:solidFill>
                  </a:tcPr>
                </a:tc>
              </a:tr>
              <a:tr h="666750"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13.11. / 18–21, 26–28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C9"/>
                      </a:solidFill>
                      <a:prstDash val="solid"/>
                    </a:lnL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Autofit/>
                    </a:bodyPr>
                    <a:lstStyle/>
                    <a:p>
                      <a:r>
                        <a:rPr sz="1600" b="0" lang="de-AT">
                          <a:solidFill>
                            <a:srgbClr val="263320"/>
                          </a:solidFill>
                          <a:latin typeface="Calibri"/>
                          <a:ea typeface="Calibri"/>
                          <a:cs typeface="Calibri"/>
                        </a:rPr>
                        <a:t>Org 1 + Rückblick 3 + Teil 4 erklären 6 + Simulation/A8 6 + A9 4 + A12 6 + A13 8 + Sicherung 4 + PDF 5 + Reserve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C9"/>
                      </a:solidFill>
                      <a:prstDash val="solid"/>
                    </a:lnR>
                    <a:lnB w="9525">
                      <a:solidFill>
                        <a:srgbClr val="D6DE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106360"/>
      </p:ext>
    </p:extLst>
  </p:cSld>
</p:sld>
</file>

<file path=ppt/slides/slide3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Versuch und Material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2B4A4639-DA72-486D-A83E-51AFF4BC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397443C6-6DCF-4779-B3E2-90BC5B9D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F0D10FAE-CFB5-48CD-A315-DCB3891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Vorbereitung vor der Stunde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6890D6-47E6-446A-9BC9-191A1C40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82EF4634-75CC-455F-BCAD-A0A9E41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Aufbau #179/#141/#143/#29, Schnur #57, Gewicht #59, Bandmaß #10. Fuß beschweren. In Schwingungsrichtung je 1,5 m frei. Gewicht und Schnur vorab prüfen.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AC64D67-B401-46A7-8164-0A1B0FFA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7167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Längenwechsel: Gewicht abstützen, Band und Knoten lösen, Länge neu einstellen, sicher verknoten und prüfen. Klebeband dient nur zusätzlich.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4594D1CB-A1D8-421A-ACAD-B3E295C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V1: 2 Zeitnehmer + 1 Protokollführer je Gruppe. Pro Lauf beide Zeitnehmer mitteln, danach die beiden Läufe mitteln.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74C077AF-700B-469B-8F3C-E33820E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Bestand laut Stephan: 1 Stimmgabel, 2 Resonanzkästen. Pendel-Resonanzdemo: Handweg etwa 1 cm, bei etwa 20 cm Ausschlag abbrechen.</a:t>
            </a:r>
          </a:p>
        </p:txBody>
      </p:sp>
    </p:spTree>
    <p:extLst>
      <p:ext uri="{BB962C8B-B14F-4D97-AF65-F5344CB8AC3E}">
        <p14:creationId xmlns:p14="http://schemas.microsoft.com/office/powerpoint/2010/main" val="521871506"/>
      </p:ext>
    </p:extLst>
  </p:cSld>
</p:sld>
</file>

<file path=ppt/slides/slide3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Lernziele und Abdeckung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75F540AB-8341-4FC8-A4BA-C5BBF539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5093E05E-32CE-4401-9BDB-2A93CDF3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8F889D26-C47A-4003-8246-E7BFE78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Jahresplan NAWI 4 v23 · E6–E8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9558C9-A38B-4D1F-97B4-C67337E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6DF2BBAD-0E58-406F-A5AF-A177A69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K03: Die wichtigsten Größen von Schwingungen und Wellen benennen und passende Experimente durchführen. Abgedeckt durch A1/A2/A6 und die Versuche.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D729683-7644-4102-8646-D7D8053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7167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K05: Mathematische Verfahren auf physikalische Probleme zu Schwingungen und Wellen anwenden. Abgedeckt durch A3/A7/A8/A11.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40BFF708-48AD-4BF6-A396-74AA35E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K04: Bereiche des elektromagnetischen Spektrums sowie Wirkung und Bedeutung in Technik und Natur erklären. Abgedeckt durch A10–A13.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2348A31B-AF7B-4139-808E-3145D1B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Gekürzt: harmonische Schwingung nur als Sinusform, Federpendel-Rechnung A14 und A15/A16/A17 als Zusatz auf der Lernplattform. Akustik, Optik und Sinne folgen später.</a:t>
            </a:r>
          </a:p>
        </p:txBody>
      </p:sp>
    </p:spTree>
    <p:extLst>
      <p:ext uri="{BB962C8B-B14F-4D97-AF65-F5344CB8AC3E}">
        <p14:creationId xmlns:p14="http://schemas.microsoft.com/office/powerpoint/2010/main" val="1135568730"/>
      </p:ext>
    </p:extLst>
  </p:cSld>
</p:sld>
</file>

<file path=ppt/slides/slide3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12DB902C-F16F-4AAB-93FF-49219178C518}"/>
              </a:ext>
            </a:extLst>
          </p:cNvPr>
          <p:cNvSpPr>
            <a:spLocks xmlns:a="http://schemas.openxmlformats.org/drawingml/2006/main" noGrp="1"/>
          </p:cNvSpPr>
          <p:nvPr>
            <p:ph type="title" idx="104" hasCustomPrompt="1"/>
          </p:nvPr>
        </p:nvSpPr>
        <p:spPr>
          <a:xfrm xmlns:a="http://schemas.openxmlformats.org/drawingml/2006/main">
            <a:off x="1885950" y="2286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defPPr>
            <a:lvl1pPr marL="0" indent="0" algn="l">
              <a:buNone/>
              <a:defRPr sz="2800" b="1">
                <a:solidFill>
                  <a:schemeClr val="tx2"/>
                </a:solidFill>
                <a:latin typeface="Cambria"/>
                <a:ea typeface="Cambria"/>
                <a:cs typeface="Cambria"/>
              </a:defRPr>
            </a:lvl1pPr>
            <a:lvl2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2pPr>
            <a:lvl3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3pPr>
            <a:lvl4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4pPr>
            <a:lvl5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5pPr>
            <a:lvl6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6pPr>
            <a:lvl7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7pPr>
            <a:lvl8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8pPr>
            <a:lvl9pPr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3B4A2F"/>
                </a:solidFill>
                <a:latin typeface="Cambria"/>
                <a:ea typeface="Cambria"/>
                <a:cs typeface="Cambria"/>
              </a:defRPr>
            </a:pPr>
            <a:r>
              <a:rPr sz="2800" b="1" lang="de-AT">
                <a:solidFill>
                  <a:srgbClr val="3B4A2F"/>
                </a:solidFill>
                <a:latin typeface="Cambria"/>
                <a:ea typeface="Cambria"/>
                <a:cs typeface="Cambria"/>
              </a:rPr>
              <a:t>Lehrer-Info: Fachliche Sicherung</a:t>
            </a:r>
            <a:endParaRPr sz="2800"/>
          </a:p>
        </p:txBody>
      </p:sp>
      <p:sp>
        <p:nvSpPr>
          <p:cNvPr id="2" name="footer-white">
            <a:extLst xmlns:a="http://schemas.openxmlformats.org/drawingml/2006/main">
              <a:ext uri="{FF2B5EF4-FFF2-40B4-BE49-F238E27FC236}">
                <a16:creationId xmlns:a16="http://schemas.microsoft.com/office/drawing/2014/main" id="{22532A21-1888-48BB-AA75-30EBC6A1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14875"/>
            <a:ext cx="824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opic">
            <a:extLst xmlns:a="http://schemas.openxmlformats.org/drawingml/2006/main">
              <a:ext uri="{FF2B5EF4-FFF2-40B4-BE49-F238E27FC236}">
                <a16:creationId xmlns:a16="http://schemas.microsoft.com/office/drawing/2014/main" id="{8A64DAA2-A2C8-49E4-AF3B-AD16DBE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9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NAWI · 4AB · Schwingungen und Wellen</a:t>
            </a:r>
          </a:p>
        </p:txBody>
      </p:sp>
      <p:sp>
        <p:nvSpPr>
          <p:cNvPr id="4" name="Buchseiten">
            <a:extLst xmlns:a="http://schemas.openxmlformats.org/drawingml/2006/main">
              <a:ext uri="{FF2B5EF4-FFF2-40B4-BE49-F238E27FC236}">
                <a16:creationId xmlns:a16="http://schemas.microsoft.com/office/drawing/2014/main" id="{EC36A7A3-1CE1-4DE4-8242-9E3C4DF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81550"/>
            <a:ext cx="34766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3B4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lang="de-AT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Hinweise zur mündlichen Erklärung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52E302-C76B-4566-85A7-E724584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6652"/>
                </a:solidFill>
                <a:latin typeface="Calibri"/>
                <a:ea typeface="Calibri"/>
                <a:cs typeface="Calibri"/>
              </a:defRPr>
            </a:pPr>
            <a:r>
              <a:rPr sz="1200" b="0" lang="de-AT">
                <a:solidFill>
                  <a:srgbClr val="5E6652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E6CDBC04-571B-4CF6-997B-5B73E70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Einstieg: Die Masse wird im Modell erklärt. V1 prüft den Längeneinfluss, nicht den Masseneinfluss. Beispielwerte nur als Modellvergleich verwenden.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91D0864-D7E0-441E-AA0D-89F0057D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7167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Bei stärkerer Dämpfung nicht pauschal eine schnellere Rückkehr behaupten. Sehr starke Überdämpfung kann eine langsame Rückkehr bewirken.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8F051929-9469-49FA-AE0B-28E64639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Überlagerung und unverändertes Weiterlaufen gelten hier im linearen Modell. Bei Wasserwellen können Strömung und Drift hinzukommen.</a:t>
            </a:r>
          </a:p>
        </p:txBody>
      </p:sp>
      <p:sp>
        <p:nvSpPr>
          <p:cNvPr id="9" name="item-3">
            <a:extLst xmlns:a="http://schemas.openxmlformats.org/drawingml/2006/main">
              <a:ext uri="{FF2B5EF4-FFF2-40B4-BE49-F238E27FC236}">
                <a16:creationId xmlns:a16="http://schemas.microsoft.com/office/drawing/2014/main" id="{405D4DC8-5883-4B36-8B2F-EC558BD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20"/>
                </a:solidFill>
                <a:latin typeface="Calibri"/>
                <a:ea typeface="Calibri"/>
                <a:cs typeface="Calibri"/>
              </a:defRPr>
            </a:pPr>
            <a:r>
              <a:rPr sz="1800" b="0" lang="de-AT">
                <a:solidFill>
                  <a:srgbClr val="263320"/>
                </a:solidFill>
                <a:latin typeface="Calibri"/>
                <a:ea typeface="Calibri"/>
                <a:cs typeface="Calibri"/>
              </a:rPr>
              <a:t>A12: Resonanz zerstört nicht automatisch. Material bleibt im einfachen Modell lokal. c gilt im Vakuum. Auch nicht-ionisierende Strahlung kann schaden. EKG misst Spannung, MRT nutzt Magnetfeld und Radiowellen.</a:t>
            </a:r>
          </a:p>
        </p:txBody>
      </p:sp>
    </p:spTree>
    <p:extLst>
      <p:ext uri="{BB962C8B-B14F-4D97-AF65-F5344CB8AC3E}">
        <p14:creationId xmlns:p14="http://schemas.microsoft.com/office/powerpoint/2010/main" val="1692616303"/>
      </p:ext>
    </p:extLst>
  </p:cSld>
</p:sld>
</file>

<file path=ppt/theme/theme1.xml><?xml version="1.0" encoding="utf-8"?>
<a:theme xmlns:a="http://schemas.openxmlformats.org/drawingml/2006/main" name="BHAK Folienmaster">
  <a:themeElements>
    <a:clrScheme name="BHAK Folienmaster">
      <a:dk1>
        <a:srgbClr val="1F2A1C"/>
      </a:dk1>
      <a:lt1>
        <a:srgbClr val="FFFFFF"/>
      </a:lt1>
      <a:dk2>
        <a:srgbClr val="3B4A2F"/>
      </a:dk2>
      <a:lt2>
        <a:srgbClr val="EEF3E4"/>
      </a:lt2>
      <a:accent1>
        <a:srgbClr val="7FA83A"/>
      </a:accent1>
      <a:accent2>
        <a:srgbClr val="3B4A2F"/>
      </a:accent2>
      <a:accent3>
        <a:srgbClr val="D9772B"/>
      </a:accent3>
      <a:accent4>
        <a:srgbClr val="2E7D8C"/>
      </a:accent4>
      <a:accent5>
        <a:srgbClr val="A6B88A"/>
      </a:accent5>
      <a:accent6>
        <a:srgbClr val="8C3B2E"/>
      </a:accent6>
      <a:hlink>
        <a:srgbClr val="2E7D8C"/>
      </a:hlink>
      <a:folHlink>
        <a:srgbClr val="6D5A8C"/>
      </a:folHlink>
    </a:clrScheme>
    <a:fontScheme name="BHAK Folienma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HAK Folienmas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2026-10-25T19:43:41.5090000Z</dcterms:created>
  <dcterms:modified xsi:type="dcterms:W3CDTF">2026-10-25T19:43:41.5090000Z</dcterms:modified>
</coreProperties>
</file>